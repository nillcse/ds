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2.xml" ContentType="application/inkml+xml"/>
  <Override PartName="/ppt/ink/ink13.xml" ContentType="application/inkml+xml"/>
  <Override PartName="/ppt/ink/ink14.xml" ContentType="application/inkml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31"/>
  </p:notesMasterIdLst>
  <p:sldIdLst>
    <p:sldId id="256" r:id="rId2"/>
    <p:sldId id="257" r:id="rId3"/>
    <p:sldId id="260" r:id="rId4"/>
    <p:sldId id="261" r:id="rId5"/>
    <p:sldId id="262" r:id="rId6"/>
    <p:sldId id="259" r:id="rId7"/>
    <p:sldId id="263" r:id="rId8"/>
    <p:sldId id="264" r:id="rId9"/>
    <p:sldId id="265" r:id="rId10"/>
    <p:sldId id="266" r:id="rId11"/>
    <p:sldId id="267" r:id="rId12"/>
    <p:sldId id="268" r:id="rId13"/>
    <p:sldId id="271" r:id="rId14"/>
    <p:sldId id="269" r:id="rId15"/>
    <p:sldId id="273" r:id="rId16"/>
    <p:sldId id="274" r:id="rId17"/>
    <p:sldId id="270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37E53A17-4E08-49EA-B5A9-73D243F8C567}">
          <p14:sldIdLst>
            <p14:sldId id="256"/>
            <p14:sldId id="257"/>
            <p14:sldId id="260"/>
            <p14:sldId id="261"/>
            <p14:sldId id="262"/>
            <p14:sldId id="259"/>
            <p14:sldId id="263"/>
            <p14:sldId id="264"/>
            <p14:sldId id="265"/>
            <p14:sldId id="266"/>
            <p14:sldId id="267"/>
            <p14:sldId id="268"/>
            <p14:sldId id="271"/>
            <p14:sldId id="269"/>
            <p14:sldId id="273"/>
            <p14:sldId id="274"/>
            <p14:sldId id="270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BC4444"/>
    <a:srgbClr val="66CCFF"/>
    <a:srgbClr val="8C7A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0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206175-023D-4372-8181-02D81F07C04F}" type="doc">
      <dgm:prSet loTypeId="urn:microsoft.com/office/officeart/2005/8/layout/hList1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2BFB1FFE-DAD9-40FC-9C64-3CEDDF56E9CE}">
      <dgm:prSet/>
      <dgm:spPr/>
      <dgm:t>
        <a:bodyPr/>
        <a:lstStyle/>
        <a:p>
          <a:r>
            <a:rPr lang="en-US" dirty="0"/>
            <a:t>We can think about three cases:</a:t>
          </a:r>
        </a:p>
      </dgm:t>
    </dgm:pt>
    <dgm:pt modelId="{3E9AA9C5-8134-46AB-A0E1-13E321DDE328}" type="parTrans" cxnId="{76525D50-B961-4914-994D-5C495E265981}">
      <dgm:prSet/>
      <dgm:spPr/>
      <dgm:t>
        <a:bodyPr/>
        <a:lstStyle/>
        <a:p>
          <a:endParaRPr lang="en-US"/>
        </a:p>
      </dgm:t>
    </dgm:pt>
    <dgm:pt modelId="{23C2A9B5-0369-42B7-914D-B9DA4D21C513}" type="sibTrans" cxnId="{76525D50-B961-4914-994D-5C495E265981}">
      <dgm:prSet/>
      <dgm:spPr/>
      <dgm:t>
        <a:bodyPr/>
        <a:lstStyle/>
        <a:p>
          <a:endParaRPr lang="en-US"/>
        </a:p>
      </dgm:t>
    </dgm:pt>
    <dgm:pt modelId="{A809A3D3-0E87-4476-B5DA-768F1B2A3A61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If there was only one disk.</a:t>
          </a:r>
        </a:p>
      </dgm:t>
    </dgm:pt>
    <dgm:pt modelId="{674E20C6-6099-4464-9ECA-378A6866CD80}" type="parTrans" cxnId="{D0679127-72FE-4325-A74C-D3283E60DF7E}">
      <dgm:prSet/>
      <dgm:spPr/>
      <dgm:t>
        <a:bodyPr/>
        <a:lstStyle/>
        <a:p>
          <a:endParaRPr lang="en-US"/>
        </a:p>
      </dgm:t>
    </dgm:pt>
    <dgm:pt modelId="{C896EAEC-2ED9-44E5-9512-4C515B6F886C}" type="sibTrans" cxnId="{D0679127-72FE-4325-A74C-D3283E60DF7E}">
      <dgm:prSet/>
      <dgm:spPr/>
      <dgm:t>
        <a:bodyPr/>
        <a:lstStyle/>
        <a:p>
          <a:endParaRPr lang="en-US"/>
        </a:p>
      </dgm:t>
    </dgm:pt>
    <dgm:pt modelId="{ED213308-409F-4EA7-98AC-DF0607CBC7D6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If there was two disks.</a:t>
          </a:r>
        </a:p>
      </dgm:t>
    </dgm:pt>
    <dgm:pt modelId="{91FCCDBD-1BEC-43EA-BDC6-BABB8E2EFB5C}" type="parTrans" cxnId="{EC215047-0DE8-4A90-AEA5-D63E305025D0}">
      <dgm:prSet/>
      <dgm:spPr/>
      <dgm:t>
        <a:bodyPr/>
        <a:lstStyle/>
        <a:p>
          <a:endParaRPr lang="en-US"/>
        </a:p>
      </dgm:t>
    </dgm:pt>
    <dgm:pt modelId="{1492C02A-0564-4921-85D5-46007056E875}" type="sibTrans" cxnId="{EC215047-0DE8-4A90-AEA5-D63E305025D0}">
      <dgm:prSet/>
      <dgm:spPr/>
      <dgm:t>
        <a:bodyPr/>
        <a:lstStyle/>
        <a:p>
          <a:endParaRPr lang="en-US"/>
        </a:p>
      </dgm:t>
    </dgm:pt>
    <dgm:pt modelId="{44D37961-48AF-40D7-A4B1-D8D0C3CB6023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If there was three or more disks. </a:t>
          </a:r>
        </a:p>
      </dgm:t>
    </dgm:pt>
    <dgm:pt modelId="{B114FCE4-CB77-49E8-8D47-4BD5D8746B5A}" type="parTrans" cxnId="{42873DB1-93C6-459E-AF47-CE7797A5A99E}">
      <dgm:prSet/>
      <dgm:spPr/>
      <dgm:t>
        <a:bodyPr/>
        <a:lstStyle/>
        <a:p>
          <a:endParaRPr lang="en-US"/>
        </a:p>
      </dgm:t>
    </dgm:pt>
    <dgm:pt modelId="{9F39FEF4-FCB9-45E0-B1FF-AB33CA7DD22D}" type="sibTrans" cxnId="{42873DB1-93C6-459E-AF47-CE7797A5A99E}">
      <dgm:prSet/>
      <dgm:spPr/>
      <dgm:t>
        <a:bodyPr/>
        <a:lstStyle/>
        <a:p>
          <a:endParaRPr lang="en-US"/>
        </a:p>
      </dgm:t>
    </dgm:pt>
    <dgm:pt modelId="{2F877879-7E1C-4DF9-A9A4-C19A0562A142}" type="pres">
      <dgm:prSet presAssocID="{98206175-023D-4372-8181-02D81F07C04F}" presName="Name0" presStyleCnt="0">
        <dgm:presLayoutVars>
          <dgm:dir/>
          <dgm:animLvl val="lvl"/>
          <dgm:resizeHandles val="exact"/>
        </dgm:presLayoutVars>
      </dgm:prSet>
      <dgm:spPr/>
    </dgm:pt>
    <dgm:pt modelId="{65355FA4-7F50-4EB8-8493-E1B5C38B2DD8}" type="pres">
      <dgm:prSet presAssocID="{2BFB1FFE-DAD9-40FC-9C64-3CEDDF56E9CE}" presName="composite" presStyleCnt="0"/>
      <dgm:spPr/>
    </dgm:pt>
    <dgm:pt modelId="{C9E156AC-DD1A-4C46-B5BA-805A67D6F40B}" type="pres">
      <dgm:prSet presAssocID="{2BFB1FFE-DAD9-40FC-9C64-3CEDDF56E9CE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EFDEE5E5-2108-46EF-910F-068B677D7F6C}" type="pres">
      <dgm:prSet presAssocID="{2BFB1FFE-DAD9-40FC-9C64-3CEDDF56E9CE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D0679127-72FE-4325-A74C-D3283E60DF7E}" srcId="{2BFB1FFE-DAD9-40FC-9C64-3CEDDF56E9CE}" destId="{A809A3D3-0E87-4476-B5DA-768F1B2A3A61}" srcOrd="0" destOrd="0" parTransId="{674E20C6-6099-4464-9ECA-378A6866CD80}" sibTransId="{C896EAEC-2ED9-44E5-9512-4C515B6F886C}"/>
    <dgm:cxn modelId="{EC215047-0DE8-4A90-AEA5-D63E305025D0}" srcId="{2BFB1FFE-DAD9-40FC-9C64-3CEDDF56E9CE}" destId="{ED213308-409F-4EA7-98AC-DF0607CBC7D6}" srcOrd="1" destOrd="0" parTransId="{91FCCDBD-1BEC-43EA-BDC6-BABB8E2EFB5C}" sibTransId="{1492C02A-0564-4921-85D5-46007056E875}"/>
    <dgm:cxn modelId="{76525D50-B961-4914-994D-5C495E265981}" srcId="{98206175-023D-4372-8181-02D81F07C04F}" destId="{2BFB1FFE-DAD9-40FC-9C64-3CEDDF56E9CE}" srcOrd="0" destOrd="0" parTransId="{3E9AA9C5-8134-46AB-A0E1-13E321DDE328}" sibTransId="{23C2A9B5-0369-42B7-914D-B9DA4D21C513}"/>
    <dgm:cxn modelId="{AF00B073-4734-437B-A1C7-431BC0A4DF67}" type="presOf" srcId="{98206175-023D-4372-8181-02D81F07C04F}" destId="{2F877879-7E1C-4DF9-A9A4-C19A0562A142}" srcOrd="0" destOrd="0" presId="urn:microsoft.com/office/officeart/2005/8/layout/hList1"/>
    <dgm:cxn modelId="{1DF6CC79-F302-41A3-B47F-5028162E3DF8}" type="presOf" srcId="{2BFB1FFE-DAD9-40FC-9C64-3CEDDF56E9CE}" destId="{C9E156AC-DD1A-4C46-B5BA-805A67D6F40B}" srcOrd="0" destOrd="0" presId="urn:microsoft.com/office/officeart/2005/8/layout/hList1"/>
    <dgm:cxn modelId="{612E7AA7-45EA-4312-A657-064DB6C1ACF9}" type="presOf" srcId="{ED213308-409F-4EA7-98AC-DF0607CBC7D6}" destId="{EFDEE5E5-2108-46EF-910F-068B677D7F6C}" srcOrd="0" destOrd="1" presId="urn:microsoft.com/office/officeart/2005/8/layout/hList1"/>
    <dgm:cxn modelId="{42873DB1-93C6-459E-AF47-CE7797A5A99E}" srcId="{2BFB1FFE-DAD9-40FC-9C64-3CEDDF56E9CE}" destId="{44D37961-48AF-40D7-A4B1-D8D0C3CB6023}" srcOrd="2" destOrd="0" parTransId="{B114FCE4-CB77-49E8-8D47-4BD5D8746B5A}" sibTransId="{9F39FEF4-FCB9-45E0-B1FF-AB33CA7DD22D}"/>
    <dgm:cxn modelId="{C42EEFE5-0B3A-4C66-97D9-59F9811FB387}" type="presOf" srcId="{44D37961-48AF-40D7-A4B1-D8D0C3CB6023}" destId="{EFDEE5E5-2108-46EF-910F-068B677D7F6C}" srcOrd="0" destOrd="2" presId="urn:microsoft.com/office/officeart/2005/8/layout/hList1"/>
    <dgm:cxn modelId="{923BF9F8-2417-4526-90B4-A1B64134AB5C}" type="presOf" srcId="{A809A3D3-0E87-4476-B5DA-768F1B2A3A61}" destId="{EFDEE5E5-2108-46EF-910F-068B677D7F6C}" srcOrd="0" destOrd="0" presId="urn:microsoft.com/office/officeart/2005/8/layout/hList1"/>
    <dgm:cxn modelId="{E4D6B483-A006-4133-AB7A-93C17935B79B}" type="presParOf" srcId="{2F877879-7E1C-4DF9-A9A4-C19A0562A142}" destId="{65355FA4-7F50-4EB8-8493-E1B5C38B2DD8}" srcOrd="0" destOrd="0" presId="urn:microsoft.com/office/officeart/2005/8/layout/hList1"/>
    <dgm:cxn modelId="{5F4768EF-88C9-4346-A971-7D27D5588E97}" type="presParOf" srcId="{65355FA4-7F50-4EB8-8493-E1B5C38B2DD8}" destId="{C9E156AC-DD1A-4C46-B5BA-805A67D6F40B}" srcOrd="0" destOrd="0" presId="urn:microsoft.com/office/officeart/2005/8/layout/hList1"/>
    <dgm:cxn modelId="{715C121B-4473-4AEA-B64B-9D8D349396D5}" type="presParOf" srcId="{65355FA4-7F50-4EB8-8493-E1B5C38B2DD8}" destId="{EFDEE5E5-2108-46EF-910F-068B677D7F6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206175-023D-4372-8181-02D81F07C04F}" type="doc">
      <dgm:prSet loTypeId="urn:microsoft.com/office/officeart/2005/8/layout/hList1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2F877879-7E1C-4DF9-A9A4-C19A0562A142}" type="pres">
      <dgm:prSet presAssocID="{98206175-023D-4372-8181-02D81F07C04F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AF00B073-4734-437B-A1C7-431BC0A4DF67}" type="presOf" srcId="{98206175-023D-4372-8181-02D81F07C04F}" destId="{2F877879-7E1C-4DF9-A9A4-C19A0562A142}" srcOrd="0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8206175-023D-4372-8181-02D81F07C04F}" type="doc">
      <dgm:prSet loTypeId="urn:microsoft.com/office/officeart/2005/8/layout/hList1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70EC8092-A8FB-4C01-981D-29EC52CA2597}" type="pres">
      <dgm:prSet presAssocID="{98206175-023D-4372-8181-02D81F07C04F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7AFB37EF-6BE4-4B95-A38F-FE74AB0ED3C2}" type="presOf" srcId="{98206175-023D-4372-8181-02D81F07C04F}" destId="{70EC8092-A8FB-4C01-981D-29EC52CA2597}" srcOrd="0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50D76AD-0982-4930-B1A2-FB41699D3E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DB714E-A36E-47B4-A298-6DE3FAE89FA7}">
      <dgm:prSet/>
      <dgm:spPr/>
      <dgm:t>
        <a:bodyPr/>
        <a:lstStyle/>
        <a:p>
          <a:pPr algn="ctr"/>
          <a:r>
            <a:rPr lang="en-US" b="1" u="none" dirty="0"/>
            <a:t>Observation</a:t>
          </a:r>
        </a:p>
      </dgm:t>
    </dgm:pt>
    <dgm:pt modelId="{7670B954-F5EB-41C8-9DD2-9E939EBCDBB6}" type="parTrans" cxnId="{271FC49A-90C6-4048-A7E2-41326984E0A7}">
      <dgm:prSet/>
      <dgm:spPr/>
      <dgm:t>
        <a:bodyPr/>
        <a:lstStyle/>
        <a:p>
          <a:endParaRPr lang="en-US"/>
        </a:p>
      </dgm:t>
    </dgm:pt>
    <dgm:pt modelId="{24056A24-72C1-477E-9E4F-84819B99D214}" type="sibTrans" cxnId="{271FC49A-90C6-4048-A7E2-41326984E0A7}">
      <dgm:prSet/>
      <dgm:spPr/>
      <dgm:t>
        <a:bodyPr/>
        <a:lstStyle/>
        <a:p>
          <a:endParaRPr lang="en-US"/>
        </a:p>
      </dgm:t>
    </dgm:pt>
    <dgm:pt modelId="{D961313B-B956-43F9-9643-F860E18975B3}" type="pres">
      <dgm:prSet presAssocID="{750D76AD-0982-4930-B1A2-FB41699D3E20}" presName="linear" presStyleCnt="0">
        <dgm:presLayoutVars>
          <dgm:animLvl val="lvl"/>
          <dgm:resizeHandles val="exact"/>
        </dgm:presLayoutVars>
      </dgm:prSet>
      <dgm:spPr/>
    </dgm:pt>
    <dgm:pt modelId="{25DFF456-CD1C-4A3F-9FCD-025B2B020FDF}" type="pres">
      <dgm:prSet presAssocID="{15DB714E-A36E-47B4-A298-6DE3FAE89FA7}" presName="parentText" presStyleLbl="node1" presStyleIdx="0" presStyleCnt="1" custLinFactNeighborX="-1220" custLinFactNeighborY="4371">
        <dgm:presLayoutVars>
          <dgm:chMax val="0"/>
          <dgm:bulletEnabled val="1"/>
        </dgm:presLayoutVars>
      </dgm:prSet>
      <dgm:spPr/>
    </dgm:pt>
  </dgm:ptLst>
  <dgm:cxnLst>
    <dgm:cxn modelId="{39C9089A-7B56-487D-AE16-890D913F52A4}" type="presOf" srcId="{750D76AD-0982-4930-B1A2-FB41699D3E20}" destId="{D961313B-B956-43F9-9643-F860E18975B3}" srcOrd="0" destOrd="0" presId="urn:microsoft.com/office/officeart/2005/8/layout/vList2"/>
    <dgm:cxn modelId="{271FC49A-90C6-4048-A7E2-41326984E0A7}" srcId="{750D76AD-0982-4930-B1A2-FB41699D3E20}" destId="{15DB714E-A36E-47B4-A298-6DE3FAE89FA7}" srcOrd="0" destOrd="0" parTransId="{7670B954-F5EB-41C8-9DD2-9E939EBCDBB6}" sibTransId="{24056A24-72C1-477E-9E4F-84819B99D214}"/>
    <dgm:cxn modelId="{030F83FE-7072-4FF7-854A-583871697D76}" type="presOf" srcId="{15DB714E-A36E-47B4-A298-6DE3FAE89FA7}" destId="{25DFF456-CD1C-4A3F-9FCD-025B2B020FDF}" srcOrd="0" destOrd="0" presId="urn:microsoft.com/office/officeart/2005/8/layout/vList2"/>
    <dgm:cxn modelId="{8E1C2A3C-47A4-4DAD-889D-BB6C85AE033A}" type="presParOf" srcId="{D961313B-B956-43F9-9643-F860E18975B3}" destId="{25DFF456-CD1C-4A3F-9FCD-025B2B020FD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50D76AD-0982-4930-B1A2-FB41699D3E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DB714E-A36E-47B4-A298-6DE3FAE89FA7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b="1" u="none" dirty="0">
              <a:solidFill>
                <a:schemeClr val="tx1"/>
              </a:solidFill>
            </a:rPr>
            <a:t>Recursive Algorithm</a:t>
          </a:r>
        </a:p>
      </dgm:t>
    </dgm:pt>
    <dgm:pt modelId="{24056A24-72C1-477E-9E4F-84819B99D214}" type="sibTrans" cxnId="{271FC49A-90C6-4048-A7E2-41326984E0A7}">
      <dgm:prSet/>
      <dgm:spPr/>
      <dgm:t>
        <a:bodyPr/>
        <a:lstStyle/>
        <a:p>
          <a:endParaRPr lang="en-US"/>
        </a:p>
      </dgm:t>
    </dgm:pt>
    <dgm:pt modelId="{7670B954-F5EB-41C8-9DD2-9E939EBCDBB6}" type="parTrans" cxnId="{271FC49A-90C6-4048-A7E2-41326984E0A7}">
      <dgm:prSet/>
      <dgm:spPr/>
      <dgm:t>
        <a:bodyPr/>
        <a:lstStyle/>
        <a:p>
          <a:endParaRPr lang="en-US"/>
        </a:p>
      </dgm:t>
    </dgm:pt>
    <dgm:pt modelId="{D961313B-B956-43F9-9643-F860E18975B3}" type="pres">
      <dgm:prSet presAssocID="{750D76AD-0982-4930-B1A2-FB41699D3E20}" presName="linear" presStyleCnt="0">
        <dgm:presLayoutVars>
          <dgm:animLvl val="lvl"/>
          <dgm:resizeHandles val="exact"/>
        </dgm:presLayoutVars>
      </dgm:prSet>
      <dgm:spPr/>
    </dgm:pt>
    <dgm:pt modelId="{25DFF456-CD1C-4A3F-9FCD-025B2B020FDF}" type="pres">
      <dgm:prSet presAssocID="{15DB714E-A36E-47B4-A298-6DE3FAE89FA7}" presName="parentText" presStyleLbl="node1" presStyleIdx="0" presStyleCnt="1" custLinFactNeighborY="-18451">
        <dgm:presLayoutVars>
          <dgm:chMax val="0"/>
          <dgm:bulletEnabled val="1"/>
        </dgm:presLayoutVars>
      </dgm:prSet>
      <dgm:spPr/>
    </dgm:pt>
  </dgm:ptLst>
  <dgm:cxnLst>
    <dgm:cxn modelId="{39C9089A-7B56-487D-AE16-890D913F52A4}" type="presOf" srcId="{750D76AD-0982-4930-B1A2-FB41699D3E20}" destId="{D961313B-B956-43F9-9643-F860E18975B3}" srcOrd="0" destOrd="0" presId="urn:microsoft.com/office/officeart/2005/8/layout/vList2"/>
    <dgm:cxn modelId="{271FC49A-90C6-4048-A7E2-41326984E0A7}" srcId="{750D76AD-0982-4930-B1A2-FB41699D3E20}" destId="{15DB714E-A36E-47B4-A298-6DE3FAE89FA7}" srcOrd="0" destOrd="0" parTransId="{7670B954-F5EB-41C8-9DD2-9E939EBCDBB6}" sibTransId="{24056A24-72C1-477E-9E4F-84819B99D214}"/>
    <dgm:cxn modelId="{030F83FE-7072-4FF7-854A-583871697D76}" type="presOf" srcId="{15DB714E-A36E-47B4-A298-6DE3FAE89FA7}" destId="{25DFF456-CD1C-4A3F-9FCD-025B2B020FDF}" srcOrd="0" destOrd="0" presId="urn:microsoft.com/office/officeart/2005/8/layout/vList2"/>
    <dgm:cxn modelId="{8E1C2A3C-47A4-4DAD-889D-BB6C85AE033A}" type="presParOf" srcId="{D961313B-B956-43F9-9643-F860E18975B3}" destId="{25DFF456-CD1C-4A3F-9FCD-025B2B020FD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50D76AD-0982-4930-B1A2-FB41699D3E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DB714E-A36E-47B4-A298-6DE3FAE89FA7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b="1" u="none" dirty="0">
              <a:solidFill>
                <a:srgbClr val="002060"/>
              </a:solidFill>
            </a:rPr>
            <a:t>Implementation in </a:t>
          </a:r>
          <a:r>
            <a:rPr lang="en-US" b="1" u="none" dirty="0" err="1">
              <a:solidFill>
                <a:srgbClr val="002060"/>
              </a:solidFill>
            </a:rPr>
            <a:t>c++</a:t>
          </a:r>
          <a:endParaRPr lang="en-US" b="1" u="none" dirty="0">
            <a:solidFill>
              <a:srgbClr val="002060"/>
            </a:solidFill>
          </a:endParaRPr>
        </a:p>
      </dgm:t>
    </dgm:pt>
    <dgm:pt modelId="{24056A24-72C1-477E-9E4F-84819B99D214}" type="sibTrans" cxnId="{271FC49A-90C6-4048-A7E2-41326984E0A7}">
      <dgm:prSet/>
      <dgm:spPr/>
      <dgm:t>
        <a:bodyPr/>
        <a:lstStyle/>
        <a:p>
          <a:endParaRPr lang="en-US"/>
        </a:p>
      </dgm:t>
    </dgm:pt>
    <dgm:pt modelId="{7670B954-F5EB-41C8-9DD2-9E939EBCDBB6}" type="parTrans" cxnId="{271FC49A-90C6-4048-A7E2-41326984E0A7}">
      <dgm:prSet/>
      <dgm:spPr/>
      <dgm:t>
        <a:bodyPr/>
        <a:lstStyle/>
        <a:p>
          <a:endParaRPr lang="en-US"/>
        </a:p>
      </dgm:t>
    </dgm:pt>
    <dgm:pt modelId="{D961313B-B956-43F9-9643-F860E18975B3}" type="pres">
      <dgm:prSet presAssocID="{750D76AD-0982-4930-B1A2-FB41699D3E20}" presName="linear" presStyleCnt="0">
        <dgm:presLayoutVars>
          <dgm:animLvl val="lvl"/>
          <dgm:resizeHandles val="exact"/>
        </dgm:presLayoutVars>
      </dgm:prSet>
      <dgm:spPr/>
    </dgm:pt>
    <dgm:pt modelId="{25DFF456-CD1C-4A3F-9FCD-025B2B020FDF}" type="pres">
      <dgm:prSet presAssocID="{15DB714E-A36E-47B4-A298-6DE3FAE89FA7}" presName="parentText" presStyleLbl="node1" presStyleIdx="0" presStyleCnt="1" custLinFactNeighborY="-18451">
        <dgm:presLayoutVars>
          <dgm:chMax val="0"/>
          <dgm:bulletEnabled val="1"/>
        </dgm:presLayoutVars>
      </dgm:prSet>
      <dgm:spPr/>
    </dgm:pt>
  </dgm:ptLst>
  <dgm:cxnLst>
    <dgm:cxn modelId="{39C9089A-7B56-487D-AE16-890D913F52A4}" type="presOf" srcId="{750D76AD-0982-4930-B1A2-FB41699D3E20}" destId="{D961313B-B956-43F9-9643-F860E18975B3}" srcOrd="0" destOrd="0" presId="urn:microsoft.com/office/officeart/2005/8/layout/vList2"/>
    <dgm:cxn modelId="{271FC49A-90C6-4048-A7E2-41326984E0A7}" srcId="{750D76AD-0982-4930-B1A2-FB41699D3E20}" destId="{15DB714E-A36E-47B4-A298-6DE3FAE89FA7}" srcOrd="0" destOrd="0" parTransId="{7670B954-F5EB-41C8-9DD2-9E939EBCDBB6}" sibTransId="{24056A24-72C1-477E-9E4F-84819B99D214}"/>
    <dgm:cxn modelId="{030F83FE-7072-4FF7-854A-583871697D76}" type="presOf" srcId="{15DB714E-A36E-47B4-A298-6DE3FAE89FA7}" destId="{25DFF456-CD1C-4A3F-9FCD-025B2B020FDF}" srcOrd="0" destOrd="0" presId="urn:microsoft.com/office/officeart/2005/8/layout/vList2"/>
    <dgm:cxn modelId="{8E1C2A3C-47A4-4DAD-889D-BB6C85AE033A}" type="presParOf" srcId="{D961313B-B956-43F9-9643-F860E18975B3}" destId="{25DFF456-CD1C-4A3F-9FCD-025B2B020FD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50D76AD-0982-4930-B1A2-FB41699D3E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DB714E-A36E-47B4-A298-6DE3FAE89FA7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b="1" u="none" dirty="0">
              <a:solidFill>
                <a:srgbClr val="002060"/>
              </a:solidFill>
            </a:rPr>
            <a:t>What is happing </a:t>
          </a:r>
          <a:r>
            <a:rPr lang="en-US" b="1" u="none" dirty="0">
              <a:solidFill>
                <a:srgbClr val="FF0000"/>
              </a:solidFill>
            </a:rPr>
            <a:t>Inside</a:t>
          </a:r>
        </a:p>
      </dgm:t>
    </dgm:pt>
    <dgm:pt modelId="{24056A24-72C1-477E-9E4F-84819B99D214}" type="sibTrans" cxnId="{271FC49A-90C6-4048-A7E2-41326984E0A7}">
      <dgm:prSet/>
      <dgm:spPr/>
      <dgm:t>
        <a:bodyPr/>
        <a:lstStyle/>
        <a:p>
          <a:endParaRPr lang="en-US"/>
        </a:p>
      </dgm:t>
    </dgm:pt>
    <dgm:pt modelId="{7670B954-F5EB-41C8-9DD2-9E939EBCDBB6}" type="parTrans" cxnId="{271FC49A-90C6-4048-A7E2-41326984E0A7}">
      <dgm:prSet/>
      <dgm:spPr/>
      <dgm:t>
        <a:bodyPr/>
        <a:lstStyle/>
        <a:p>
          <a:endParaRPr lang="en-US"/>
        </a:p>
      </dgm:t>
    </dgm:pt>
    <dgm:pt modelId="{D961313B-B956-43F9-9643-F860E18975B3}" type="pres">
      <dgm:prSet presAssocID="{750D76AD-0982-4930-B1A2-FB41699D3E20}" presName="linear" presStyleCnt="0">
        <dgm:presLayoutVars>
          <dgm:animLvl val="lvl"/>
          <dgm:resizeHandles val="exact"/>
        </dgm:presLayoutVars>
      </dgm:prSet>
      <dgm:spPr/>
    </dgm:pt>
    <dgm:pt modelId="{25DFF456-CD1C-4A3F-9FCD-025B2B020FDF}" type="pres">
      <dgm:prSet presAssocID="{15DB714E-A36E-47B4-A298-6DE3FAE89FA7}" presName="parentText" presStyleLbl="node1" presStyleIdx="0" presStyleCnt="1" custLinFactNeighborX="-1590" custLinFactNeighborY="-14415">
        <dgm:presLayoutVars>
          <dgm:chMax val="0"/>
          <dgm:bulletEnabled val="1"/>
        </dgm:presLayoutVars>
      </dgm:prSet>
      <dgm:spPr/>
    </dgm:pt>
  </dgm:ptLst>
  <dgm:cxnLst>
    <dgm:cxn modelId="{39C9089A-7B56-487D-AE16-890D913F52A4}" type="presOf" srcId="{750D76AD-0982-4930-B1A2-FB41699D3E20}" destId="{D961313B-B956-43F9-9643-F860E18975B3}" srcOrd="0" destOrd="0" presId="urn:microsoft.com/office/officeart/2005/8/layout/vList2"/>
    <dgm:cxn modelId="{271FC49A-90C6-4048-A7E2-41326984E0A7}" srcId="{750D76AD-0982-4930-B1A2-FB41699D3E20}" destId="{15DB714E-A36E-47B4-A298-6DE3FAE89FA7}" srcOrd="0" destOrd="0" parTransId="{7670B954-F5EB-41C8-9DD2-9E939EBCDBB6}" sibTransId="{24056A24-72C1-477E-9E4F-84819B99D214}"/>
    <dgm:cxn modelId="{030F83FE-7072-4FF7-854A-583871697D76}" type="presOf" srcId="{15DB714E-A36E-47B4-A298-6DE3FAE89FA7}" destId="{25DFF456-CD1C-4A3F-9FCD-025B2B020FDF}" srcOrd="0" destOrd="0" presId="urn:microsoft.com/office/officeart/2005/8/layout/vList2"/>
    <dgm:cxn modelId="{8E1C2A3C-47A4-4DAD-889D-BB6C85AE033A}" type="presParOf" srcId="{D961313B-B956-43F9-9643-F860E18975B3}" destId="{25DFF456-CD1C-4A3F-9FCD-025B2B020FD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50D76AD-0982-4930-B1A2-FB41699D3E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DB714E-A36E-47B4-A298-6DE3FAE89FA7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b="1" u="none" dirty="0">
              <a:solidFill>
                <a:srgbClr val="002060"/>
              </a:solidFill>
            </a:rPr>
            <a:t>What is happing </a:t>
          </a:r>
          <a:r>
            <a:rPr lang="en-US" b="1" u="none" dirty="0">
              <a:solidFill>
                <a:srgbClr val="FF0000"/>
              </a:solidFill>
            </a:rPr>
            <a:t>Inside</a:t>
          </a:r>
        </a:p>
      </dgm:t>
    </dgm:pt>
    <dgm:pt modelId="{24056A24-72C1-477E-9E4F-84819B99D214}" type="sibTrans" cxnId="{271FC49A-90C6-4048-A7E2-41326984E0A7}">
      <dgm:prSet/>
      <dgm:spPr/>
      <dgm:t>
        <a:bodyPr/>
        <a:lstStyle/>
        <a:p>
          <a:endParaRPr lang="en-US"/>
        </a:p>
      </dgm:t>
    </dgm:pt>
    <dgm:pt modelId="{7670B954-F5EB-41C8-9DD2-9E939EBCDBB6}" type="parTrans" cxnId="{271FC49A-90C6-4048-A7E2-41326984E0A7}">
      <dgm:prSet/>
      <dgm:spPr/>
      <dgm:t>
        <a:bodyPr/>
        <a:lstStyle/>
        <a:p>
          <a:endParaRPr lang="en-US"/>
        </a:p>
      </dgm:t>
    </dgm:pt>
    <dgm:pt modelId="{D961313B-B956-43F9-9643-F860E18975B3}" type="pres">
      <dgm:prSet presAssocID="{750D76AD-0982-4930-B1A2-FB41699D3E20}" presName="linear" presStyleCnt="0">
        <dgm:presLayoutVars>
          <dgm:animLvl val="lvl"/>
          <dgm:resizeHandles val="exact"/>
        </dgm:presLayoutVars>
      </dgm:prSet>
      <dgm:spPr/>
    </dgm:pt>
    <dgm:pt modelId="{25DFF456-CD1C-4A3F-9FCD-025B2B020FDF}" type="pres">
      <dgm:prSet presAssocID="{15DB714E-A36E-47B4-A298-6DE3FAE89FA7}" presName="parentText" presStyleLbl="node1" presStyleIdx="0" presStyleCnt="1" custLinFactNeighborX="-1590" custLinFactNeighborY="-14415">
        <dgm:presLayoutVars>
          <dgm:chMax val="0"/>
          <dgm:bulletEnabled val="1"/>
        </dgm:presLayoutVars>
      </dgm:prSet>
      <dgm:spPr/>
    </dgm:pt>
  </dgm:ptLst>
  <dgm:cxnLst>
    <dgm:cxn modelId="{39C9089A-7B56-487D-AE16-890D913F52A4}" type="presOf" srcId="{750D76AD-0982-4930-B1A2-FB41699D3E20}" destId="{D961313B-B956-43F9-9643-F860E18975B3}" srcOrd="0" destOrd="0" presId="urn:microsoft.com/office/officeart/2005/8/layout/vList2"/>
    <dgm:cxn modelId="{271FC49A-90C6-4048-A7E2-41326984E0A7}" srcId="{750D76AD-0982-4930-B1A2-FB41699D3E20}" destId="{15DB714E-A36E-47B4-A298-6DE3FAE89FA7}" srcOrd="0" destOrd="0" parTransId="{7670B954-F5EB-41C8-9DD2-9E939EBCDBB6}" sibTransId="{24056A24-72C1-477E-9E4F-84819B99D214}"/>
    <dgm:cxn modelId="{030F83FE-7072-4FF7-854A-583871697D76}" type="presOf" srcId="{15DB714E-A36E-47B4-A298-6DE3FAE89FA7}" destId="{25DFF456-CD1C-4A3F-9FCD-025B2B020FDF}" srcOrd="0" destOrd="0" presId="urn:microsoft.com/office/officeart/2005/8/layout/vList2"/>
    <dgm:cxn modelId="{8E1C2A3C-47A4-4DAD-889D-BB6C85AE033A}" type="presParOf" srcId="{D961313B-B956-43F9-9643-F860E18975B3}" destId="{25DFF456-CD1C-4A3F-9FCD-025B2B020FD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50D76AD-0982-4930-B1A2-FB41699D3E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DB714E-A36E-47B4-A298-6DE3FAE89FA7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b="1" u="none" dirty="0">
              <a:solidFill>
                <a:srgbClr val="002060"/>
              </a:solidFill>
            </a:rPr>
            <a:t>What is happing </a:t>
          </a:r>
          <a:r>
            <a:rPr lang="en-US" b="1" u="none" dirty="0">
              <a:solidFill>
                <a:srgbClr val="FF0000"/>
              </a:solidFill>
            </a:rPr>
            <a:t>Inside</a:t>
          </a:r>
        </a:p>
      </dgm:t>
    </dgm:pt>
    <dgm:pt modelId="{24056A24-72C1-477E-9E4F-84819B99D214}" type="sibTrans" cxnId="{271FC49A-90C6-4048-A7E2-41326984E0A7}">
      <dgm:prSet/>
      <dgm:spPr/>
      <dgm:t>
        <a:bodyPr/>
        <a:lstStyle/>
        <a:p>
          <a:endParaRPr lang="en-US"/>
        </a:p>
      </dgm:t>
    </dgm:pt>
    <dgm:pt modelId="{7670B954-F5EB-41C8-9DD2-9E939EBCDBB6}" type="parTrans" cxnId="{271FC49A-90C6-4048-A7E2-41326984E0A7}">
      <dgm:prSet/>
      <dgm:spPr/>
      <dgm:t>
        <a:bodyPr/>
        <a:lstStyle/>
        <a:p>
          <a:endParaRPr lang="en-US"/>
        </a:p>
      </dgm:t>
    </dgm:pt>
    <dgm:pt modelId="{D961313B-B956-43F9-9643-F860E18975B3}" type="pres">
      <dgm:prSet presAssocID="{750D76AD-0982-4930-B1A2-FB41699D3E20}" presName="linear" presStyleCnt="0">
        <dgm:presLayoutVars>
          <dgm:animLvl val="lvl"/>
          <dgm:resizeHandles val="exact"/>
        </dgm:presLayoutVars>
      </dgm:prSet>
      <dgm:spPr/>
    </dgm:pt>
    <dgm:pt modelId="{25DFF456-CD1C-4A3F-9FCD-025B2B020FDF}" type="pres">
      <dgm:prSet presAssocID="{15DB714E-A36E-47B4-A298-6DE3FAE89FA7}" presName="parentText" presStyleLbl="node1" presStyleIdx="0" presStyleCnt="1" custLinFactNeighborX="-1590" custLinFactNeighborY="-14415">
        <dgm:presLayoutVars>
          <dgm:chMax val="0"/>
          <dgm:bulletEnabled val="1"/>
        </dgm:presLayoutVars>
      </dgm:prSet>
      <dgm:spPr/>
    </dgm:pt>
  </dgm:ptLst>
  <dgm:cxnLst>
    <dgm:cxn modelId="{39C9089A-7B56-487D-AE16-890D913F52A4}" type="presOf" srcId="{750D76AD-0982-4930-B1A2-FB41699D3E20}" destId="{D961313B-B956-43F9-9643-F860E18975B3}" srcOrd="0" destOrd="0" presId="urn:microsoft.com/office/officeart/2005/8/layout/vList2"/>
    <dgm:cxn modelId="{271FC49A-90C6-4048-A7E2-41326984E0A7}" srcId="{750D76AD-0982-4930-B1A2-FB41699D3E20}" destId="{15DB714E-A36E-47B4-A298-6DE3FAE89FA7}" srcOrd="0" destOrd="0" parTransId="{7670B954-F5EB-41C8-9DD2-9E939EBCDBB6}" sibTransId="{24056A24-72C1-477E-9E4F-84819B99D214}"/>
    <dgm:cxn modelId="{030F83FE-7072-4FF7-854A-583871697D76}" type="presOf" srcId="{15DB714E-A36E-47B4-A298-6DE3FAE89FA7}" destId="{25DFF456-CD1C-4A3F-9FCD-025B2B020FDF}" srcOrd="0" destOrd="0" presId="urn:microsoft.com/office/officeart/2005/8/layout/vList2"/>
    <dgm:cxn modelId="{8E1C2A3C-47A4-4DAD-889D-BB6C85AE033A}" type="presParOf" srcId="{D961313B-B956-43F9-9643-F860E18975B3}" destId="{25DFF456-CD1C-4A3F-9FCD-025B2B020FD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50D76AD-0982-4930-B1A2-FB41699D3E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DB714E-A36E-47B4-A298-6DE3FAE89FA7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b="1" u="none" dirty="0">
              <a:solidFill>
                <a:srgbClr val="002060"/>
              </a:solidFill>
            </a:rPr>
            <a:t>What is happing </a:t>
          </a:r>
          <a:r>
            <a:rPr lang="en-US" b="1" u="none" dirty="0">
              <a:solidFill>
                <a:srgbClr val="FF0000"/>
              </a:solidFill>
            </a:rPr>
            <a:t>Inside</a:t>
          </a:r>
        </a:p>
      </dgm:t>
    </dgm:pt>
    <dgm:pt modelId="{24056A24-72C1-477E-9E4F-84819B99D214}" type="sibTrans" cxnId="{271FC49A-90C6-4048-A7E2-41326984E0A7}">
      <dgm:prSet/>
      <dgm:spPr/>
      <dgm:t>
        <a:bodyPr/>
        <a:lstStyle/>
        <a:p>
          <a:endParaRPr lang="en-US"/>
        </a:p>
      </dgm:t>
    </dgm:pt>
    <dgm:pt modelId="{7670B954-F5EB-41C8-9DD2-9E939EBCDBB6}" type="parTrans" cxnId="{271FC49A-90C6-4048-A7E2-41326984E0A7}">
      <dgm:prSet/>
      <dgm:spPr/>
      <dgm:t>
        <a:bodyPr/>
        <a:lstStyle/>
        <a:p>
          <a:endParaRPr lang="en-US"/>
        </a:p>
      </dgm:t>
    </dgm:pt>
    <dgm:pt modelId="{D961313B-B956-43F9-9643-F860E18975B3}" type="pres">
      <dgm:prSet presAssocID="{750D76AD-0982-4930-B1A2-FB41699D3E20}" presName="linear" presStyleCnt="0">
        <dgm:presLayoutVars>
          <dgm:animLvl val="lvl"/>
          <dgm:resizeHandles val="exact"/>
        </dgm:presLayoutVars>
      </dgm:prSet>
      <dgm:spPr/>
    </dgm:pt>
    <dgm:pt modelId="{25DFF456-CD1C-4A3F-9FCD-025B2B020FDF}" type="pres">
      <dgm:prSet presAssocID="{15DB714E-A36E-47B4-A298-6DE3FAE89FA7}" presName="parentText" presStyleLbl="node1" presStyleIdx="0" presStyleCnt="1" custLinFactNeighborX="-1590" custLinFactNeighborY="-14415">
        <dgm:presLayoutVars>
          <dgm:chMax val="0"/>
          <dgm:bulletEnabled val="1"/>
        </dgm:presLayoutVars>
      </dgm:prSet>
      <dgm:spPr/>
    </dgm:pt>
  </dgm:ptLst>
  <dgm:cxnLst>
    <dgm:cxn modelId="{39C9089A-7B56-487D-AE16-890D913F52A4}" type="presOf" srcId="{750D76AD-0982-4930-B1A2-FB41699D3E20}" destId="{D961313B-B956-43F9-9643-F860E18975B3}" srcOrd="0" destOrd="0" presId="urn:microsoft.com/office/officeart/2005/8/layout/vList2"/>
    <dgm:cxn modelId="{271FC49A-90C6-4048-A7E2-41326984E0A7}" srcId="{750D76AD-0982-4930-B1A2-FB41699D3E20}" destId="{15DB714E-A36E-47B4-A298-6DE3FAE89FA7}" srcOrd="0" destOrd="0" parTransId="{7670B954-F5EB-41C8-9DD2-9E939EBCDBB6}" sibTransId="{24056A24-72C1-477E-9E4F-84819B99D214}"/>
    <dgm:cxn modelId="{030F83FE-7072-4FF7-854A-583871697D76}" type="presOf" srcId="{15DB714E-A36E-47B4-A298-6DE3FAE89FA7}" destId="{25DFF456-CD1C-4A3F-9FCD-025B2B020FDF}" srcOrd="0" destOrd="0" presId="urn:microsoft.com/office/officeart/2005/8/layout/vList2"/>
    <dgm:cxn modelId="{8E1C2A3C-47A4-4DAD-889D-BB6C85AE033A}" type="presParOf" srcId="{D961313B-B956-43F9-9643-F860E18975B3}" destId="{25DFF456-CD1C-4A3F-9FCD-025B2B020FD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50D76AD-0982-4930-B1A2-FB41699D3E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DB714E-A36E-47B4-A298-6DE3FAE89FA7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b="1" u="none" dirty="0">
              <a:solidFill>
                <a:srgbClr val="002060"/>
              </a:solidFill>
            </a:rPr>
            <a:t>What is happing </a:t>
          </a:r>
          <a:r>
            <a:rPr lang="en-US" b="1" u="none" dirty="0">
              <a:solidFill>
                <a:srgbClr val="FF0000"/>
              </a:solidFill>
            </a:rPr>
            <a:t>Inside</a:t>
          </a:r>
        </a:p>
      </dgm:t>
    </dgm:pt>
    <dgm:pt modelId="{24056A24-72C1-477E-9E4F-84819B99D214}" type="sibTrans" cxnId="{271FC49A-90C6-4048-A7E2-41326984E0A7}">
      <dgm:prSet/>
      <dgm:spPr/>
      <dgm:t>
        <a:bodyPr/>
        <a:lstStyle/>
        <a:p>
          <a:endParaRPr lang="en-US"/>
        </a:p>
      </dgm:t>
    </dgm:pt>
    <dgm:pt modelId="{7670B954-F5EB-41C8-9DD2-9E939EBCDBB6}" type="parTrans" cxnId="{271FC49A-90C6-4048-A7E2-41326984E0A7}">
      <dgm:prSet/>
      <dgm:spPr/>
      <dgm:t>
        <a:bodyPr/>
        <a:lstStyle/>
        <a:p>
          <a:endParaRPr lang="en-US"/>
        </a:p>
      </dgm:t>
    </dgm:pt>
    <dgm:pt modelId="{D961313B-B956-43F9-9643-F860E18975B3}" type="pres">
      <dgm:prSet presAssocID="{750D76AD-0982-4930-B1A2-FB41699D3E20}" presName="linear" presStyleCnt="0">
        <dgm:presLayoutVars>
          <dgm:animLvl val="lvl"/>
          <dgm:resizeHandles val="exact"/>
        </dgm:presLayoutVars>
      </dgm:prSet>
      <dgm:spPr/>
    </dgm:pt>
    <dgm:pt modelId="{25DFF456-CD1C-4A3F-9FCD-025B2B020FDF}" type="pres">
      <dgm:prSet presAssocID="{15DB714E-A36E-47B4-A298-6DE3FAE89FA7}" presName="parentText" presStyleLbl="node1" presStyleIdx="0" presStyleCnt="1" custLinFactNeighborX="-1590" custLinFactNeighborY="-14415">
        <dgm:presLayoutVars>
          <dgm:chMax val="0"/>
          <dgm:bulletEnabled val="1"/>
        </dgm:presLayoutVars>
      </dgm:prSet>
      <dgm:spPr/>
    </dgm:pt>
  </dgm:ptLst>
  <dgm:cxnLst>
    <dgm:cxn modelId="{39C9089A-7B56-487D-AE16-890D913F52A4}" type="presOf" srcId="{750D76AD-0982-4930-B1A2-FB41699D3E20}" destId="{D961313B-B956-43F9-9643-F860E18975B3}" srcOrd="0" destOrd="0" presId="urn:microsoft.com/office/officeart/2005/8/layout/vList2"/>
    <dgm:cxn modelId="{271FC49A-90C6-4048-A7E2-41326984E0A7}" srcId="{750D76AD-0982-4930-B1A2-FB41699D3E20}" destId="{15DB714E-A36E-47B4-A298-6DE3FAE89FA7}" srcOrd="0" destOrd="0" parTransId="{7670B954-F5EB-41C8-9DD2-9E939EBCDBB6}" sibTransId="{24056A24-72C1-477E-9E4F-84819B99D214}"/>
    <dgm:cxn modelId="{030F83FE-7072-4FF7-854A-583871697D76}" type="presOf" srcId="{15DB714E-A36E-47B4-A298-6DE3FAE89FA7}" destId="{25DFF456-CD1C-4A3F-9FCD-025B2B020FDF}" srcOrd="0" destOrd="0" presId="urn:microsoft.com/office/officeart/2005/8/layout/vList2"/>
    <dgm:cxn modelId="{8E1C2A3C-47A4-4DAD-889D-BB6C85AE033A}" type="presParOf" srcId="{D961313B-B956-43F9-9643-F860E18975B3}" destId="{25DFF456-CD1C-4A3F-9FCD-025B2B020FD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50D76AD-0982-4930-B1A2-FB41699D3E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DB714E-A36E-47B4-A298-6DE3FAE89FA7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b="1" u="none" dirty="0">
              <a:solidFill>
                <a:srgbClr val="002060"/>
              </a:solidFill>
            </a:rPr>
            <a:t>What is happing </a:t>
          </a:r>
          <a:r>
            <a:rPr lang="en-US" b="1" u="none" dirty="0">
              <a:solidFill>
                <a:srgbClr val="FF0000"/>
              </a:solidFill>
            </a:rPr>
            <a:t>Inside</a:t>
          </a:r>
        </a:p>
      </dgm:t>
    </dgm:pt>
    <dgm:pt modelId="{24056A24-72C1-477E-9E4F-84819B99D214}" type="sibTrans" cxnId="{271FC49A-90C6-4048-A7E2-41326984E0A7}">
      <dgm:prSet/>
      <dgm:spPr/>
      <dgm:t>
        <a:bodyPr/>
        <a:lstStyle/>
        <a:p>
          <a:endParaRPr lang="en-US"/>
        </a:p>
      </dgm:t>
    </dgm:pt>
    <dgm:pt modelId="{7670B954-F5EB-41C8-9DD2-9E939EBCDBB6}" type="parTrans" cxnId="{271FC49A-90C6-4048-A7E2-41326984E0A7}">
      <dgm:prSet/>
      <dgm:spPr/>
      <dgm:t>
        <a:bodyPr/>
        <a:lstStyle/>
        <a:p>
          <a:endParaRPr lang="en-US"/>
        </a:p>
      </dgm:t>
    </dgm:pt>
    <dgm:pt modelId="{D961313B-B956-43F9-9643-F860E18975B3}" type="pres">
      <dgm:prSet presAssocID="{750D76AD-0982-4930-B1A2-FB41699D3E20}" presName="linear" presStyleCnt="0">
        <dgm:presLayoutVars>
          <dgm:animLvl val="lvl"/>
          <dgm:resizeHandles val="exact"/>
        </dgm:presLayoutVars>
      </dgm:prSet>
      <dgm:spPr/>
    </dgm:pt>
    <dgm:pt modelId="{25DFF456-CD1C-4A3F-9FCD-025B2B020FDF}" type="pres">
      <dgm:prSet presAssocID="{15DB714E-A36E-47B4-A298-6DE3FAE89FA7}" presName="parentText" presStyleLbl="node1" presStyleIdx="0" presStyleCnt="1" custLinFactNeighborX="-1590" custLinFactNeighborY="-14415">
        <dgm:presLayoutVars>
          <dgm:chMax val="0"/>
          <dgm:bulletEnabled val="1"/>
        </dgm:presLayoutVars>
      </dgm:prSet>
      <dgm:spPr/>
    </dgm:pt>
  </dgm:ptLst>
  <dgm:cxnLst>
    <dgm:cxn modelId="{39C9089A-7B56-487D-AE16-890D913F52A4}" type="presOf" srcId="{750D76AD-0982-4930-B1A2-FB41699D3E20}" destId="{D961313B-B956-43F9-9643-F860E18975B3}" srcOrd="0" destOrd="0" presId="urn:microsoft.com/office/officeart/2005/8/layout/vList2"/>
    <dgm:cxn modelId="{271FC49A-90C6-4048-A7E2-41326984E0A7}" srcId="{750D76AD-0982-4930-B1A2-FB41699D3E20}" destId="{15DB714E-A36E-47B4-A298-6DE3FAE89FA7}" srcOrd="0" destOrd="0" parTransId="{7670B954-F5EB-41C8-9DD2-9E939EBCDBB6}" sibTransId="{24056A24-72C1-477E-9E4F-84819B99D214}"/>
    <dgm:cxn modelId="{030F83FE-7072-4FF7-854A-583871697D76}" type="presOf" srcId="{15DB714E-A36E-47B4-A298-6DE3FAE89FA7}" destId="{25DFF456-CD1C-4A3F-9FCD-025B2B020FDF}" srcOrd="0" destOrd="0" presId="urn:microsoft.com/office/officeart/2005/8/layout/vList2"/>
    <dgm:cxn modelId="{8E1C2A3C-47A4-4DAD-889D-BB6C85AE033A}" type="presParOf" srcId="{D961313B-B956-43F9-9643-F860E18975B3}" destId="{25DFF456-CD1C-4A3F-9FCD-025B2B020FD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50D76AD-0982-4930-B1A2-FB41699D3E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DB714E-A36E-47B4-A298-6DE3FAE89FA7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b="1" u="none" dirty="0">
              <a:solidFill>
                <a:srgbClr val="002060"/>
              </a:solidFill>
            </a:rPr>
            <a:t>What is happing </a:t>
          </a:r>
          <a:r>
            <a:rPr lang="en-US" b="1" u="none" dirty="0">
              <a:solidFill>
                <a:srgbClr val="FF0000"/>
              </a:solidFill>
            </a:rPr>
            <a:t>Inside</a:t>
          </a:r>
        </a:p>
      </dgm:t>
    </dgm:pt>
    <dgm:pt modelId="{24056A24-72C1-477E-9E4F-84819B99D214}" type="sibTrans" cxnId="{271FC49A-90C6-4048-A7E2-41326984E0A7}">
      <dgm:prSet/>
      <dgm:spPr/>
      <dgm:t>
        <a:bodyPr/>
        <a:lstStyle/>
        <a:p>
          <a:endParaRPr lang="en-US"/>
        </a:p>
      </dgm:t>
    </dgm:pt>
    <dgm:pt modelId="{7670B954-F5EB-41C8-9DD2-9E939EBCDBB6}" type="parTrans" cxnId="{271FC49A-90C6-4048-A7E2-41326984E0A7}">
      <dgm:prSet/>
      <dgm:spPr/>
      <dgm:t>
        <a:bodyPr/>
        <a:lstStyle/>
        <a:p>
          <a:endParaRPr lang="en-US"/>
        </a:p>
      </dgm:t>
    </dgm:pt>
    <dgm:pt modelId="{D961313B-B956-43F9-9643-F860E18975B3}" type="pres">
      <dgm:prSet presAssocID="{750D76AD-0982-4930-B1A2-FB41699D3E20}" presName="linear" presStyleCnt="0">
        <dgm:presLayoutVars>
          <dgm:animLvl val="lvl"/>
          <dgm:resizeHandles val="exact"/>
        </dgm:presLayoutVars>
      </dgm:prSet>
      <dgm:spPr/>
    </dgm:pt>
    <dgm:pt modelId="{25DFF456-CD1C-4A3F-9FCD-025B2B020FDF}" type="pres">
      <dgm:prSet presAssocID="{15DB714E-A36E-47B4-A298-6DE3FAE89FA7}" presName="parentText" presStyleLbl="node1" presStyleIdx="0" presStyleCnt="1" custLinFactNeighborX="-1590" custLinFactNeighborY="-14415">
        <dgm:presLayoutVars>
          <dgm:chMax val="0"/>
          <dgm:bulletEnabled val="1"/>
        </dgm:presLayoutVars>
      </dgm:prSet>
      <dgm:spPr/>
    </dgm:pt>
  </dgm:ptLst>
  <dgm:cxnLst>
    <dgm:cxn modelId="{39C9089A-7B56-487D-AE16-890D913F52A4}" type="presOf" srcId="{750D76AD-0982-4930-B1A2-FB41699D3E20}" destId="{D961313B-B956-43F9-9643-F860E18975B3}" srcOrd="0" destOrd="0" presId="urn:microsoft.com/office/officeart/2005/8/layout/vList2"/>
    <dgm:cxn modelId="{271FC49A-90C6-4048-A7E2-41326984E0A7}" srcId="{750D76AD-0982-4930-B1A2-FB41699D3E20}" destId="{15DB714E-A36E-47B4-A298-6DE3FAE89FA7}" srcOrd="0" destOrd="0" parTransId="{7670B954-F5EB-41C8-9DD2-9E939EBCDBB6}" sibTransId="{24056A24-72C1-477E-9E4F-84819B99D214}"/>
    <dgm:cxn modelId="{030F83FE-7072-4FF7-854A-583871697D76}" type="presOf" srcId="{15DB714E-A36E-47B4-A298-6DE3FAE89FA7}" destId="{25DFF456-CD1C-4A3F-9FCD-025B2B020FDF}" srcOrd="0" destOrd="0" presId="urn:microsoft.com/office/officeart/2005/8/layout/vList2"/>
    <dgm:cxn modelId="{8E1C2A3C-47A4-4DAD-889D-BB6C85AE033A}" type="presParOf" srcId="{D961313B-B956-43F9-9643-F860E18975B3}" destId="{25DFF456-CD1C-4A3F-9FCD-025B2B020FD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50D76AD-0982-4930-B1A2-FB41699D3E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DB714E-A36E-47B4-A298-6DE3FAE89FA7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b="1" u="none" dirty="0">
              <a:solidFill>
                <a:srgbClr val="002060"/>
              </a:solidFill>
            </a:rPr>
            <a:t>What is happing </a:t>
          </a:r>
          <a:r>
            <a:rPr lang="en-US" b="1" u="none" dirty="0">
              <a:solidFill>
                <a:srgbClr val="FF0000"/>
              </a:solidFill>
            </a:rPr>
            <a:t>Inside</a:t>
          </a:r>
        </a:p>
      </dgm:t>
    </dgm:pt>
    <dgm:pt modelId="{24056A24-72C1-477E-9E4F-84819B99D214}" type="sibTrans" cxnId="{271FC49A-90C6-4048-A7E2-41326984E0A7}">
      <dgm:prSet/>
      <dgm:spPr/>
      <dgm:t>
        <a:bodyPr/>
        <a:lstStyle/>
        <a:p>
          <a:endParaRPr lang="en-US"/>
        </a:p>
      </dgm:t>
    </dgm:pt>
    <dgm:pt modelId="{7670B954-F5EB-41C8-9DD2-9E939EBCDBB6}" type="parTrans" cxnId="{271FC49A-90C6-4048-A7E2-41326984E0A7}">
      <dgm:prSet/>
      <dgm:spPr/>
      <dgm:t>
        <a:bodyPr/>
        <a:lstStyle/>
        <a:p>
          <a:endParaRPr lang="en-US"/>
        </a:p>
      </dgm:t>
    </dgm:pt>
    <dgm:pt modelId="{D961313B-B956-43F9-9643-F860E18975B3}" type="pres">
      <dgm:prSet presAssocID="{750D76AD-0982-4930-B1A2-FB41699D3E20}" presName="linear" presStyleCnt="0">
        <dgm:presLayoutVars>
          <dgm:animLvl val="lvl"/>
          <dgm:resizeHandles val="exact"/>
        </dgm:presLayoutVars>
      </dgm:prSet>
      <dgm:spPr/>
    </dgm:pt>
    <dgm:pt modelId="{25DFF456-CD1C-4A3F-9FCD-025B2B020FDF}" type="pres">
      <dgm:prSet presAssocID="{15DB714E-A36E-47B4-A298-6DE3FAE89FA7}" presName="parentText" presStyleLbl="node1" presStyleIdx="0" presStyleCnt="1" custLinFactNeighborX="-1590" custLinFactNeighborY="-14415">
        <dgm:presLayoutVars>
          <dgm:chMax val="0"/>
          <dgm:bulletEnabled val="1"/>
        </dgm:presLayoutVars>
      </dgm:prSet>
      <dgm:spPr/>
    </dgm:pt>
  </dgm:ptLst>
  <dgm:cxnLst>
    <dgm:cxn modelId="{39C9089A-7B56-487D-AE16-890D913F52A4}" type="presOf" srcId="{750D76AD-0982-4930-B1A2-FB41699D3E20}" destId="{D961313B-B956-43F9-9643-F860E18975B3}" srcOrd="0" destOrd="0" presId="urn:microsoft.com/office/officeart/2005/8/layout/vList2"/>
    <dgm:cxn modelId="{271FC49A-90C6-4048-A7E2-41326984E0A7}" srcId="{750D76AD-0982-4930-B1A2-FB41699D3E20}" destId="{15DB714E-A36E-47B4-A298-6DE3FAE89FA7}" srcOrd="0" destOrd="0" parTransId="{7670B954-F5EB-41C8-9DD2-9E939EBCDBB6}" sibTransId="{24056A24-72C1-477E-9E4F-84819B99D214}"/>
    <dgm:cxn modelId="{030F83FE-7072-4FF7-854A-583871697D76}" type="presOf" srcId="{15DB714E-A36E-47B4-A298-6DE3FAE89FA7}" destId="{25DFF456-CD1C-4A3F-9FCD-025B2B020FDF}" srcOrd="0" destOrd="0" presId="urn:microsoft.com/office/officeart/2005/8/layout/vList2"/>
    <dgm:cxn modelId="{8E1C2A3C-47A4-4DAD-889D-BB6C85AE033A}" type="presParOf" srcId="{D961313B-B956-43F9-9643-F860E18975B3}" destId="{25DFF456-CD1C-4A3F-9FCD-025B2B020FD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50D76AD-0982-4930-B1A2-FB41699D3E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DB714E-A36E-47B4-A298-6DE3FAE89FA7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b="1" u="none" dirty="0">
              <a:solidFill>
                <a:srgbClr val="002060"/>
              </a:solidFill>
            </a:rPr>
            <a:t>What is happing </a:t>
          </a:r>
          <a:r>
            <a:rPr lang="en-US" b="1" u="none" dirty="0">
              <a:solidFill>
                <a:srgbClr val="FF0000"/>
              </a:solidFill>
            </a:rPr>
            <a:t>Inside</a:t>
          </a:r>
        </a:p>
      </dgm:t>
    </dgm:pt>
    <dgm:pt modelId="{24056A24-72C1-477E-9E4F-84819B99D214}" type="sibTrans" cxnId="{271FC49A-90C6-4048-A7E2-41326984E0A7}">
      <dgm:prSet/>
      <dgm:spPr/>
      <dgm:t>
        <a:bodyPr/>
        <a:lstStyle/>
        <a:p>
          <a:endParaRPr lang="en-US"/>
        </a:p>
      </dgm:t>
    </dgm:pt>
    <dgm:pt modelId="{7670B954-F5EB-41C8-9DD2-9E939EBCDBB6}" type="parTrans" cxnId="{271FC49A-90C6-4048-A7E2-41326984E0A7}">
      <dgm:prSet/>
      <dgm:spPr/>
      <dgm:t>
        <a:bodyPr/>
        <a:lstStyle/>
        <a:p>
          <a:endParaRPr lang="en-US"/>
        </a:p>
      </dgm:t>
    </dgm:pt>
    <dgm:pt modelId="{D961313B-B956-43F9-9643-F860E18975B3}" type="pres">
      <dgm:prSet presAssocID="{750D76AD-0982-4930-B1A2-FB41699D3E20}" presName="linear" presStyleCnt="0">
        <dgm:presLayoutVars>
          <dgm:animLvl val="lvl"/>
          <dgm:resizeHandles val="exact"/>
        </dgm:presLayoutVars>
      </dgm:prSet>
      <dgm:spPr/>
    </dgm:pt>
    <dgm:pt modelId="{25DFF456-CD1C-4A3F-9FCD-025B2B020FDF}" type="pres">
      <dgm:prSet presAssocID="{15DB714E-A36E-47B4-A298-6DE3FAE89FA7}" presName="parentText" presStyleLbl="node1" presStyleIdx="0" presStyleCnt="1" custLinFactNeighborX="-1590" custLinFactNeighborY="-14415">
        <dgm:presLayoutVars>
          <dgm:chMax val="0"/>
          <dgm:bulletEnabled val="1"/>
        </dgm:presLayoutVars>
      </dgm:prSet>
      <dgm:spPr/>
    </dgm:pt>
  </dgm:ptLst>
  <dgm:cxnLst>
    <dgm:cxn modelId="{39C9089A-7B56-487D-AE16-890D913F52A4}" type="presOf" srcId="{750D76AD-0982-4930-B1A2-FB41699D3E20}" destId="{D961313B-B956-43F9-9643-F860E18975B3}" srcOrd="0" destOrd="0" presId="urn:microsoft.com/office/officeart/2005/8/layout/vList2"/>
    <dgm:cxn modelId="{271FC49A-90C6-4048-A7E2-41326984E0A7}" srcId="{750D76AD-0982-4930-B1A2-FB41699D3E20}" destId="{15DB714E-A36E-47B4-A298-6DE3FAE89FA7}" srcOrd="0" destOrd="0" parTransId="{7670B954-F5EB-41C8-9DD2-9E939EBCDBB6}" sibTransId="{24056A24-72C1-477E-9E4F-84819B99D214}"/>
    <dgm:cxn modelId="{030F83FE-7072-4FF7-854A-583871697D76}" type="presOf" srcId="{15DB714E-A36E-47B4-A298-6DE3FAE89FA7}" destId="{25DFF456-CD1C-4A3F-9FCD-025B2B020FDF}" srcOrd="0" destOrd="0" presId="urn:microsoft.com/office/officeart/2005/8/layout/vList2"/>
    <dgm:cxn modelId="{8E1C2A3C-47A4-4DAD-889D-BB6C85AE033A}" type="presParOf" srcId="{D961313B-B956-43F9-9643-F860E18975B3}" destId="{25DFF456-CD1C-4A3F-9FCD-025B2B020FD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750D76AD-0982-4930-B1A2-FB41699D3E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DB714E-A36E-47B4-A298-6DE3FAE89FA7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b="1" u="none" dirty="0">
              <a:solidFill>
                <a:srgbClr val="002060"/>
              </a:solidFill>
            </a:rPr>
            <a:t>What is happing </a:t>
          </a:r>
          <a:r>
            <a:rPr lang="en-US" b="1" u="none" dirty="0">
              <a:solidFill>
                <a:srgbClr val="FF0000"/>
              </a:solidFill>
            </a:rPr>
            <a:t>Inside</a:t>
          </a:r>
        </a:p>
      </dgm:t>
    </dgm:pt>
    <dgm:pt modelId="{24056A24-72C1-477E-9E4F-84819B99D214}" type="sibTrans" cxnId="{271FC49A-90C6-4048-A7E2-41326984E0A7}">
      <dgm:prSet/>
      <dgm:spPr/>
      <dgm:t>
        <a:bodyPr/>
        <a:lstStyle/>
        <a:p>
          <a:endParaRPr lang="en-US"/>
        </a:p>
      </dgm:t>
    </dgm:pt>
    <dgm:pt modelId="{7670B954-F5EB-41C8-9DD2-9E939EBCDBB6}" type="parTrans" cxnId="{271FC49A-90C6-4048-A7E2-41326984E0A7}">
      <dgm:prSet/>
      <dgm:spPr/>
      <dgm:t>
        <a:bodyPr/>
        <a:lstStyle/>
        <a:p>
          <a:endParaRPr lang="en-US"/>
        </a:p>
      </dgm:t>
    </dgm:pt>
    <dgm:pt modelId="{D961313B-B956-43F9-9643-F860E18975B3}" type="pres">
      <dgm:prSet presAssocID="{750D76AD-0982-4930-B1A2-FB41699D3E20}" presName="linear" presStyleCnt="0">
        <dgm:presLayoutVars>
          <dgm:animLvl val="lvl"/>
          <dgm:resizeHandles val="exact"/>
        </dgm:presLayoutVars>
      </dgm:prSet>
      <dgm:spPr/>
    </dgm:pt>
    <dgm:pt modelId="{25DFF456-CD1C-4A3F-9FCD-025B2B020FDF}" type="pres">
      <dgm:prSet presAssocID="{15DB714E-A36E-47B4-A298-6DE3FAE89FA7}" presName="parentText" presStyleLbl="node1" presStyleIdx="0" presStyleCnt="1" custLinFactNeighborX="-1590" custLinFactNeighborY="-14415">
        <dgm:presLayoutVars>
          <dgm:chMax val="0"/>
          <dgm:bulletEnabled val="1"/>
        </dgm:presLayoutVars>
      </dgm:prSet>
      <dgm:spPr/>
    </dgm:pt>
  </dgm:ptLst>
  <dgm:cxnLst>
    <dgm:cxn modelId="{39C9089A-7B56-487D-AE16-890D913F52A4}" type="presOf" srcId="{750D76AD-0982-4930-B1A2-FB41699D3E20}" destId="{D961313B-B956-43F9-9643-F860E18975B3}" srcOrd="0" destOrd="0" presId="urn:microsoft.com/office/officeart/2005/8/layout/vList2"/>
    <dgm:cxn modelId="{271FC49A-90C6-4048-A7E2-41326984E0A7}" srcId="{750D76AD-0982-4930-B1A2-FB41699D3E20}" destId="{15DB714E-A36E-47B4-A298-6DE3FAE89FA7}" srcOrd="0" destOrd="0" parTransId="{7670B954-F5EB-41C8-9DD2-9E939EBCDBB6}" sibTransId="{24056A24-72C1-477E-9E4F-84819B99D214}"/>
    <dgm:cxn modelId="{030F83FE-7072-4FF7-854A-583871697D76}" type="presOf" srcId="{15DB714E-A36E-47B4-A298-6DE3FAE89FA7}" destId="{25DFF456-CD1C-4A3F-9FCD-025B2B020FDF}" srcOrd="0" destOrd="0" presId="urn:microsoft.com/office/officeart/2005/8/layout/vList2"/>
    <dgm:cxn modelId="{8E1C2A3C-47A4-4DAD-889D-BB6C85AE033A}" type="presParOf" srcId="{D961313B-B956-43F9-9643-F860E18975B3}" destId="{25DFF456-CD1C-4A3F-9FCD-025B2B020FD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750D76AD-0982-4930-B1A2-FB41699D3E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DB714E-A36E-47B4-A298-6DE3FAE89FA7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b="1" u="none" dirty="0">
              <a:solidFill>
                <a:srgbClr val="002060"/>
              </a:solidFill>
            </a:rPr>
            <a:t>What is happing </a:t>
          </a:r>
          <a:r>
            <a:rPr lang="en-US" b="1" u="none" dirty="0">
              <a:solidFill>
                <a:srgbClr val="FF0000"/>
              </a:solidFill>
            </a:rPr>
            <a:t>Inside</a:t>
          </a:r>
        </a:p>
      </dgm:t>
    </dgm:pt>
    <dgm:pt modelId="{24056A24-72C1-477E-9E4F-84819B99D214}" type="sibTrans" cxnId="{271FC49A-90C6-4048-A7E2-41326984E0A7}">
      <dgm:prSet/>
      <dgm:spPr/>
      <dgm:t>
        <a:bodyPr/>
        <a:lstStyle/>
        <a:p>
          <a:endParaRPr lang="en-US"/>
        </a:p>
      </dgm:t>
    </dgm:pt>
    <dgm:pt modelId="{7670B954-F5EB-41C8-9DD2-9E939EBCDBB6}" type="parTrans" cxnId="{271FC49A-90C6-4048-A7E2-41326984E0A7}">
      <dgm:prSet/>
      <dgm:spPr/>
      <dgm:t>
        <a:bodyPr/>
        <a:lstStyle/>
        <a:p>
          <a:endParaRPr lang="en-US"/>
        </a:p>
      </dgm:t>
    </dgm:pt>
    <dgm:pt modelId="{D961313B-B956-43F9-9643-F860E18975B3}" type="pres">
      <dgm:prSet presAssocID="{750D76AD-0982-4930-B1A2-FB41699D3E20}" presName="linear" presStyleCnt="0">
        <dgm:presLayoutVars>
          <dgm:animLvl val="lvl"/>
          <dgm:resizeHandles val="exact"/>
        </dgm:presLayoutVars>
      </dgm:prSet>
      <dgm:spPr/>
    </dgm:pt>
    <dgm:pt modelId="{25DFF456-CD1C-4A3F-9FCD-025B2B020FDF}" type="pres">
      <dgm:prSet presAssocID="{15DB714E-A36E-47B4-A298-6DE3FAE89FA7}" presName="parentText" presStyleLbl="node1" presStyleIdx="0" presStyleCnt="1" custLinFactNeighborX="-1590" custLinFactNeighborY="-14415">
        <dgm:presLayoutVars>
          <dgm:chMax val="0"/>
          <dgm:bulletEnabled val="1"/>
        </dgm:presLayoutVars>
      </dgm:prSet>
      <dgm:spPr/>
    </dgm:pt>
  </dgm:ptLst>
  <dgm:cxnLst>
    <dgm:cxn modelId="{39C9089A-7B56-487D-AE16-890D913F52A4}" type="presOf" srcId="{750D76AD-0982-4930-B1A2-FB41699D3E20}" destId="{D961313B-B956-43F9-9643-F860E18975B3}" srcOrd="0" destOrd="0" presId="urn:microsoft.com/office/officeart/2005/8/layout/vList2"/>
    <dgm:cxn modelId="{271FC49A-90C6-4048-A7E2-41326984E0A7}" srcId="{750D76AD-0982-4930-B1A2-FB41699D3E20}" destId="{15DB714E-A36E-47B4-A298-6DE3FAE89FA7}" srcOrd="0" destOrd="0" parTransId="{7670B954-F5EB-41C8-9DD2-9E939EBCDBB6}" sibTransId="{24056A24-72C1-477E-9E4F-84819B99D214}"/>
    <dgm:cxn modelId="{030F83FE-7072-4FF7-854A-583871697D76}" type="presOf" srcId="{15DB714E-A36E-47B4-A298-6DE3FAE89FA7}" destId="{25DFF456-CD1C-4A3F-9FCD-025B2B020FDF}" srcOrd="0" destOrd="0" presId="urn:microsoft.com/office/officeart/2005/8/layout/vList2"/>
    <dgm:cxn modelId="{8E1C2A3C-47A4-4DAD-889D-BB6C85AE033A}" type="presParOf" srcId="{D961313B-B956-43F9-9643-F860E18975B3}" destId="{25DFF456-CD1C-4A3F-9FCD-025B2B020FD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750D76AD-0982-4930-B1A2-FB41699D3E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DB714E-A36E-47B4-A298-6DE3FAE89FA7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b="1" u="none" dirty="0">
              <a:solidFill>
                <a:srgbClr val="002060"/>
              </a:solidFill>
            </a:rPr>
            <a:t>What is happing </a:t>
          </a:r>
          <a:r>
            <a:rPr lang="en-US" b="1" u="none" dirty="0">
              <a:solidFill>
                <a:srgbClr val="FF0000"/>
              </a:solidFill>
            </a:rPr>
            <a:t>Inside</a:t>
          </a:r>
        </a:p>
      </dgm:t>
    </dgm:pt>
    <dgm:pt modelId="{24056A24-72C1-477E-9E4F-84819B99D214}" type="sibTrans" cxnId="{271FC49A-90C6-4048-A7E2-41326984E0A7}">
      <dgm:prSet/>
      <dgm:spPr/>
      <dgm:t>
        <a:bodyPr/>
        <a:lstStyle/>
        <a:p>
          <a:endParaRPr lang="en-US"/>
        </a:p>
      </dgm:t>
    </dgm:pt>
    <dgm:pt modelId="{7670B954-F5EB-41C8-9DD2-9E939EBCDBB6}" type="parTrans" cxnId="{271FC49A-90C6-4048-A7E2-41326984E0A7}">
      <dgm:prSet/>
      <dgm:spPr/>
      <dgm:t>
        <a:bodyPr/>
        <a:lstStyle/>
        <a:p>
          <a:endParaRPr lang="en-US"/>
        </a:p>
      </dgm:t>
    </dgm:pt>
    <dgm:pt modelId="{D961313B-B956-43F9-9643-F860E18975B3}" type="pres">
      <dgm:prSet presAssocID="{750D76AD-0982-4930-B1A2-FB41699D3E20}" presName="linear" presStyleCnt="0">
        <dgm:presLayoutVars>
          <dgm:animLvl val="lvl"/>
          <dgm:resizeHandles val="exact"/>
        </dgm:presLayoutVars>
      </dgm:prSet>
      <dgm:spPr/>
    </dgm:pt>
    <dgm:pt modelId="{25DFF456-CD1C-4A3F-9FCD-025B2B020FDF}" type="pres">
      <dgm:prSet presAssocID="{15DB714E-A36E-47B4-A298-6DE3FAE89FA7}" presName="parentText" presStyleLbl="node1" presStyleIdx="0" presStyleCnt="1" custLinFactNeighborX="-1590" custLinFactNeighborY="-14415">
        <dgm:presLayoutVars>
          <dgm:chMax val="0"/>
          <dgm:bulletEnabled val="1"/>
        </dgm:presLayoutVars>
      </dgm:prSet>
      <dgm:spPr/>
    </dgm:pt>
  </dgm:ptLst>
  <dgm:cxnLst>
    <dgm:cxn modelId="{39C9089A-7B56-487D-AE16-890D913F52A4}" type="presOf" srcId="{750D76AD-0982-4930-B1A2-FB41699D3E20}" destId="{D961313B-B956-43F9-9643-F860E18975B3}" srcOrd="0" destOrd="0" presId="urn:microsoft.com/office/officeart/2005/8/layout/vList2"/>
    <dgm:cxn modelId="{271FC49A-90C6-4048-A7E2-41326984E0A7}" srcId="{750D76AD-0982-4930-B1A2-FB41699D3E20}" destId="{15DB714E-A36E-47B4-A298-6DE3FAE89FA7}" srcOrd="0" destOrd="0" parTransId="{7670B954-F5EB-41C8-9DD2-9E939EBCDBB6}" sibTransId="{24056A24-72C1-477E-9E4F-84819B99D214}"/>
    <dgm:cxn modelId="{030F83FE-7072-4FF7-854A-583871697D76}" type="presOf" srcId="{15DB714E-A36E-47B4-A298-6DE3FAE89FA7}" destId="{25DFF456-CD1C-4A3F-9FCD-025B2B020FDF}" srcOrd="0" destOrd="0" presId="urn:microsoft.com/office/officeart/2005/8/layout/vList2"/>
    <dgm:cxn modelId="{8E1C2A3C-47A4-4DAD-889D-BB6C85AE033A}" type="presParOf" srcId="{D961313B-B956-43F9-9643-F860E18975B3}" destId="{25DFF456-CD1C-4A3F-9FCD-025B2B020FD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750D76AD-0982-4930-B1A2-FB41699D3E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DB714E-A36E-47B4-A298-6DE3FAE89FA7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b="1" u="none" dirty="0">
              <a:solidFill>
                <a:srgbClr val="002060"/>
              </a:solidFill>
            </a:rPr>
            <a:t>What is happing </a:t>
          </a:r>
          <a:r>
            <a:rPr lang="en-US" b="1" u="none" dirty="0">
              <a:solidFill>
                <a:srgbClr val="FF0000"/>
              </a:solidFill>
            </a:rPr>
            <a:t>Inside</a:t>
          </a:r>
        </a:p>
      </dgm:t>
    </dgm:pt>
    <dgm:pt modelId="{24056A24-72C1-477E-9E4F-84819B99D214}" type="sibTrans" cxnId="{271FC49A-90C6-4048-A7E2-41326984E0A7}">
      <dgm:prSet/>
      <dgm:spPr/>
      <dgm:t>
        <a:bodyPr/>
        <a:lstStyle/>
        <a:p>
          <a:endParaRPr lang="en-US"/>
        </a:p>
      </dgm:t>
    </dgm:pt>
    <dgm:pt modelId="{7670B954-F5EB-41C8-9DD2-9E939EBCDBB6}" type="parTrans" cxnId="{271FC49A-90C6-4048-A7E2-41326984E0A7}">
      <dgm:prSet/>
      <dgm:spPr/>
      <dgm:t>
        <a:bodyPr/>
        <a:lstStyle/>
        <a:p>
          <a:endParaRPr lang="en-US"/>
        </a:p>
      </dgm:t>
    </dgm:pt>
    <dgm:pt modelId="{D961313B-B956-43F9-9643-F860E18975B3}" type="pres">
      <dgm:prSet presAssocID="{750D76AD-0982-4930-B1A2-FB41699D3E20}" presName="linear" presStyleCnt="0">
        <dgm:presLayoutVars>
          <dgm:animLvl val="lvl"/>
          <dgm:resizeHandles val="exact"/>
        </dgm:presLayoutVars>
      </dgm:prSet>
      <dgm:spPr/>
    </dgm:pt>
    <dgm:pt modelId="{25DFF456-CD1C-4A3F-9FCD-025B2B020FDF}" type="pres">
      <dgm:prSet presAssocID="{15DB714E-A36E-47B4-A298-6DE3FAE89FA7}" presName="parentText" presStyleLbl="node1" presStyleIdx="0" presStyleCnt="1" custLinFactNeighborX="-1590" custLinFactNeighborY="-14415">
        <dgm:presLayoutVars>
          <dgm:chMax val="0"/>
          <dgm:bulletEnabled val="1"/>
        </dgm:presLayoutVars>
      </dgm:prSet>
      <dgm:spPr/>
    </dgm:pt>
  </dgm:ptLst>
  <dgm:cxnLst>
    <dgm:cxn modelId="{39C9089A-7B56-487D-AE16-890D913F52A4}" type="presOf" srcId="{750D76AD-0982-4930-B1A2-FB41699D3E20}" destId="{D961313B-B956-43F9-9643-F860E18975B3}" srcOrd="0" destOrd="0" presId="urn:microsoft.com/office/officeart/2005/8/layout/vList2"/>
    <dgm:cxn modelId="{271FC49A-90C6-4048-A7E2-41326984E0A7}" srcId="{750D76AD-0982-4930-B1A2-FB41699D3E20}" destId="{15DB714E-A36E-47B4-A298-6DE3FAE89FA7}" srcOrd="0" destOrd="0" parTransId="{7670B954-F5EB-41C8-9DD2-9E939EBCDBB6}" sibTransId="{24056A24-72C1-477E-9E4F-84819B99D214}"/>
    <dgm:cxn modelId="{030F83FE-7072-4FF7-854A-583871697D76}" type="presOf" srcId="{15DB714E-A36E-47B4-A298-6DE3FAE89FA7}" destId="{25DFF456-CD1C-4A3F-9FCD-025B2B020FDF}" srcOrd="0" destOrd="0" presId="urn:microsoft.com/office/officeart/2005/8/layout/vList2"/>
    <dgm:cxn modelId="{8E1C2A3C-47A4-4DAD-889D-BB6C85AE033A}" type="presParOf" srcId="{D961313B-B956-43F9-9643-F860E18975B3}" destId="{25DFF456-CD1C-4A3F-9FCD-025B2B020FD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750D76AD-0982-4930-B1A2-FB41699D3E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DB714E-A36E-47B4-A298-6DE3FAE89FA7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b="1" u="none" dirty="0">
              <a:solidFill>
                <a:srgbClr val="002060"/>
              </a:solidFill>
            </a:rPr>
            <a:t>What is happing </a:t>
          </a:r>
          <a:r>
            <a:rPr lang="en-US" b="1" u="none" dirty="0">
              <a:solidFill>
                <a:srgbClr val="FF0000"/>
              </a:solidFill>
            </a:rPr>
            <a:t>Inside</a:t>
          </a:r>
        </a:p>
      </dgm:t>
    </dgm:pt>
    <dgm:pt modelId="{24056A24-72C1-477E-9E4F-84819B99D214}" type="sibTrans" cxnId="{271FC49A-90C6-4048-A7E2-41326984E0A7}">
      <dgm:prSet/>
      <dgm:spPr/>
      <dgm:t>
        <a:bodyPr/>
        <a:lstStyle/>
        <a:p>
          <a:endParaRPr lang="en-US"/>
        </a:p>
      </dgm:t>
    </dgm:pt>
    <dgm:pt modelId="{7670B954-F5EB-41C8-9DD2-9E939EBCDBB6}" type="parTrans" cxnId="{271FC49A-90C6-4048-A7E2-41326984E0A7}">
      <dgm:prSet/>
      <dgm:spPr/>
      <dgm:t>
        <a:bodyPr/>
        <a:lstStyle/>
        <a:p>
          <a:endParaRPr lang="en-US"/>
        </a:p>
      </dgm:t>
    </dgm:pt>
    <dgm:pt modelId="{D961313B-B956-43F9-9643-F860E18975B3}" type="pres">
      <dgm:prSet presAssocID="{750D76AD-0982-4930-B1A2-FB41699D3E20}" presName="linear" presStyleCnt="0">
        <dgm:presLayoutVars>
          <dgm:animLvl val="lvl"/>
          <dgm:resizeHandles val="exact"/>
        </dgm:presLayoutVars>
      </dgm:prSet>
      <dgm:spPr/>
    </dgm:pt>
    <dgm:pt modelId="{25DFF456-CD1C-4A3F-9FCD-025B2B020FDF}" type="pres">
      <dgm:prSet presAssocID="{15DB714E-A36E-47B4-A298-6DE3FAE89FA7}" presName="parentText" presStyleLbl="node1" presStyleIdx="0" presStyleCnt="1" custLinFactNeighborX="-1590" custLinFactNeighborY="-14415">
        <dgm:presLayoutVars>
          <dgm:chMax val="0"/>
          <dgm:bulletEnabled val="1"/>
        </dgm:presLayoutVars>
      </dgm:prSet>
      <dgm:spPr/>
    </dgm:pt>
  </dgm:ptLst>
  <dgm:cxnLst>
    <dgm:cxn modelId="{39C9089A-7B56-487D-AE16-890D913F52A4}" type="presOf" srcId="{750D76AD-0982-4930-B1A2-FB41699D3E20}" destId="{D961313B-B956-43F9-9643-F860E18975B3}" srcOrd="0" destOrd="0" presId="urn:microsoft.com/office/officeart/2005/8/layout/vList2"/>
    <dgm:cxn modelId="{271FC49A-90C6-4048-A7E2-41326984E0A7}" srcId="{750D76AD-0982-4930-B1A2-FB41699D3E20}" destId="{15DB714E-A36E-47B4-A298-6DE3FAE89FA7}" srcOrd="0" destOrd="0" parTransId="{7670B954-F5EB-41C8-9DD2-9E939EBCDBB6}" sibTransId="{24056A24-72C1-477E-9E4F-84819B99D214}"/>
    <dgm:cxn modelId="{030F83FE-7072-4FF7-854A-583871697D76}" type="presOf" srcId="{15DB714E-A36E-47B4-A298-6DE3FAE89FA7}" destId="{25DFF456-CD1C-4A3F-9FCD-025B2B020FDF}" srcOrd="0" destOrd="0" presId="urn:microsoft.com/office/officeart/2005/8/layout/vList2"/>
    <dgm:cxn modelId="{8E1C2A3C-47A4-4DAD-889D-BB6C85AE033A}" type="presParOf" srcId="{D961313B-B956-43F9-9643-F860E18975B3}" destId="{25DFF456-CD1C-4A3F-9FCD-025B2B020FD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750D76AD-0982-4930-B1A2-FB41699D3E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DB714E-A36E-47B4-A298-6DE3FAE89FA7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b="1" u="none" dirty="0">
              <a:solidFill>
                <a:srgbClr val="002060"/>
              </a:solidFill>
            </a:rPr>
            <a:t>What is happing </a:t>
          </a:r>
          <a:r>
            <a:rPr lang="en-US" b="1" u="none" dirty="0">
              <a:solidFill>
                <a:srgbClr val="FF0000"/>
              </a:solidFill>
            </a:rPr>
            <a:t>Inside</a:t>
          </a:r>
        </a:p>
      </dgm:t>
    </dgm:pt>
    <dgm:pt modelId="{24056A24-72C1-477E-9E4F-84819B99D214}" type="sibTrans" cxnId="{271FC49A-90C6-4048-A7E2-41326984E0A7}">
      <dgm:prSet/>
      <dgm:spPr/>
      <dgm:t>
        <a:bodyPr/>
        <a:lstStyle/>
        <a:p>
          <a:endParaRPr lang="en-US"/>
        </a:p>
      </dgm:t>
    </dgm:pt>
    <dgm:pt modelId="{7670B954-F5EB-41C8-9DD2-9E939EBCDBB6}" type="parTrans" cxnId="{271FC49A-90C6-4048-A7E2-41326984E0A7}">
      <dgm:prSet/>
      <dgm:spPr/>
      <dgm:t>
        <a:bodyPr/>
        <a:lstStyle/>
        <a:p>
          <a:endParaRPr lang="en-US"/>
        </a:p>
      </dgm:t>
    </dgm:pt>
    <dgm:pt modelId="{D961313B-B956-43F9-9643-F860E18975B3}" type="pres">
      <dgm:prSet presAssocID="{750D76AD-0982-4930-B1A2-FB41699D3E20}" presName="linear" presStyleCnt="0">
        <dgm:presLayoutVars>
          <dgm:animLvl val="lvl"/>
          <dgm:resizeHandles val="exact"/>
        </dgm:presLayoutVars>
      </dgm:prSet>
      <dgm:spPr/>
    </dgm:pt>
    <dgm:pt modelId="{25DFF456-CD1C-4A3F-9FCD-025B2B020FDF}" type="pres">
      <dgm:prSet presAssocID="{15DB714E-A36E-47B4-A298-6DE3FAE89FA7}" presName="parentText" presStyleLbl="node1" presStyleIdx="0" presStyleCnt="1" custLinFactNeighborX="-1590" custLinFactNeighborY="-14415">
        <dgm:presLayoutVars>
          <dgm:chMax val="0"/>
          <dgm:bulletEnabled val="1"/>
        </dgm:presLayoutVars>
      </dgm:prSet>
      <dgm:spPr/>
    </dgm:pt>
  </dgm:ptLst>
  <dgm:cxnLst>
    <dgm:cxn modelId="{39C9089A-7B56-487D-AE16-890D913F52A4}" type="presOf" srcId="{750D76AD-0982-4930-B1A2-FB41699D3E20}" destId="{D961313B-B956-43F9-9643-F860E18975B3}" srcOrd="0" destOrd="0" presId="urn:microsoft.com/office/officeart/2005/8/layout/vList2"/>
    <dgm:cxn modelId="{271FC49A-90C6-4048-A7E2-41326984E0A7}" srcId="{750D76AD-0982-4930-B1A2-FB41699D3E20}" destId="{15DB714E-A36E-47B4-A298-6DE3FAE89FA7}" srcOrd="0" destOrd="0" parTransId="{7670B954-F5EB-41C8-9DD2-9E939EBCDBB6}" sibTransId="{24056A24-72C1-477E-9E4F-84819B99D214}"/>
    <dgm:cxn modelId="{030F83FE-7072-4FF7-854A-583871697D76}" type="presOf" srcId="{15DB714E-A36E-47B4-A298-6DE3FAE89FA7}" destId="{25DFF456-CD1C-4A3F-9FCD-025B2B020FDF}" srcOrd="0" destOrd="0" presId="urn:microsoft.com/office/officeart/2005/8/layout/vList2"/>
    <dgm:cxn modelId="{8E1C2A3C-47A4-4DAD-889D-BB6C85AE033A}" type="presParOf" srcId="{D961313B-B956-43F9-9643-F860E18975B3}" destId="{25DFF456-CD1C-4A3F-9FCD-025B2B020FD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750D76AD-0982-4930-B1A2-FB41699D3E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DB714E-A36E-47B4-A298-6DE3FAE89FA7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b="1" u="none" dirty="0">
              <a:solidFill>
                <a:srgbClr val="002060"/>
              </a:solidFill>
            </a:rPr>
            <a:t>What is happing </a:t>
          </a:r>
          <a:r>
            <a:rPr lang="en-US" b="1" u="none" dirty="0">
              <a:solidFill>
                <a:srgbClr val="FF0000"/>
              </a:solidFill>
            </a:rPr>
            <a:t>Inside</a:t>
          </a:r>
        </a:p>
      </dgm:t>
    </dgm:pt>
    <dgm:pt modelId="{24056A24-72C1-477E-9E4F-84819B99D214}" type="sibTrans" cxnId="{271FC49A-90C6-4048-A7E2-41326984E0A7}">
      <dgm:prSet/>
      <dgm:spPr/>
      <dgm:t>
        <a:bodyPr/>
        <a:lstStyle/>
        <a:p>
          <a:endParaRPr lang="en-US"/>
        </a:p>
      </dgm:t>
    </dgm:pt>
    <dgm:pt modelId="{7670B954-F5EB-41C8-9DD2-9E939EBCDBB6}" type="parTrans" cxnId="{271FC49A-90C6-4048-A7E2-41326984E0A7}">
      <dgm:prSet/>
      <dgm:spPr/>
      <dgm:t>
        <a:bodyPr/>
        <a:lstStyle/>
        <a:p>
          <a:endParaRPr lang="en-US"/>
        </a:p>
      </dgm:t>
    </dgm:pt>
    <dgm:pt modelId="{D961313B-B956-43F9-9643-F860E18975B3}" type="pres">
      <dgm:prSet presAssocID="{750D76AD-0982-4930-B1A2-FB41699D3E20}" presName="linear" presStyleCnt="0">
        <dgm:presLayoutVars>
          <dgm:animLvl val="lvl"/>
          <dgm:resizeHandles val="exact"/>
        </dgm:presLayoutVars>
      </dgm:prSet>
      <dgm:spPr/>
    </dgm:pt>
    <dgm:pt modelId="{25DFF456-CD1C-4A3F-9FCD-025B2B020FDF}" type="pres">
      <dgm:prSet presAssocID="{15DB714E-A36E-47B4-A298-6DE3FAE89FA7}" presName="parentText" presStyleLbl="node1" presStyleIdx="0" presStyleCnt="1" custLinFactNeighborX="-1590" custLinFactNeighborY="-14415">
        <dgm:presLayoutVars>
          <dgm:chMax val="0"/>
          <dgm:bulletEnabled val="1"/>
        </dgm:presLayoutVars>
      </dgm:prSet>
      <dgm:spPr/>
    </dgm:pt>
  </dgm:ptLst>
  <dgm:cxnLst>
    <dgm:cxn modelId="{39C9089A-7B56-487D-AE16-890D913F52A4}" type="presOf" srcId="{750D76AD-0982-4930-B1A2-FB41699D3E20}" destId="{D961313B-B956-43F9-9643-F860E18975B3}" srcOrd="0" destOrd="0" presId="urn:microsoft.com/office/officeart/2005/8/layout/vList2"/>
    <dgm:cxn modelId="{271FC49A-90C6-4048-A7E2-41326984E0A7}" srcId="{750D76AD-0982-4930-B1A2-FB41699D3E20}" destId="{15DB714E-A36E-47B4-A298-6DE3FAE89FA7}" srcOrd="0" destOrd="0" parTransId="{7670B954-F5EB-41C8-9DD2-9E939EBCDBB6}" sibTransId="{24056A24-72C1-477E-9E4F-84819B99D214}"/>
    <dgm:cxn modelId="{030F83FE-7072-4FF7-854A-583871697D76}" type="presOf" srcId="{15DB714E-A36E-47B4-A298-6DE3FAE89FA7}" destId="{25DFF456-CD1C-4A3F-9FCD-025B2B020FDF}" srcOrd="0" destOrd="0" presId="urn:microsoft.com/office/officeart/2005/8/layout/vList2"/>
    <dgm:cxn modelId="{8E1C2A3C-47A4-4DAD-889D-BB6C85AE033A}" type="presParOf" srcId="{D961313B-B956-43F9-9643-F860E18975B3}" destId="{25DFF456-CD1C-4A3F-9FCD-025B2B020FD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750D76AD-0982-4930-B1A2-FB41699D3E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DB714E-A36E-47B4-A298-6DE3FAE89FA7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b="1" u="none" dirty="0">
              <a:solidFill>
                <a:srgbClr val="002060"/>
              </a:solidFill>
            </a:rPr>
            <a:t>What is happing </a:t>
          </a:r>
          <a:r>
            <a:rPr lang="en-US" b="1" u="none" dirty="0">
              <a:solidFill>
                <a:srgbClr val="FF0000"/>
              </a:solidFill>
            </a:rPr>
            <a:t>Inside</a:t>
          </a:r>
        </a:p>
      </dgm:t>
    </dgm:pt>
    <dgm:pt modelId="{24056A24-72C1-477E-9E4F-84819B99D214}" type="sibTrans" cxnId="{271FC49A-90C6-4048-A7E2-41326984E0A7}">
      <dgm:prSet/>
      <dgm:spPr/>
      <dgm:t>
        <a:bodyPr/>
        <a:lstStyle/>
        <a:p>
          <a:endParaRPr lang="en-US"/>
        </a:p>
      </dgm:t>
    </dgm:pt>
    <dgm:pt modelId="{7670B954-F5EB-41C8-9DD2-9E939EBCDBB6}" type="parTrans" cxnId="{271FC49A-90C6-4048-A7E2-41326984E0A7}">
      <dgm:prSet/>
      <dgm:spPr/>
      <dgm:t>
        <a:bodyPr/>
        <a:lstStyle/>
        <a:p>
          <a:endParaRPr lang="en-US"/>
        </a:p>
      </dgm:t>
    </dgm:pt>
    <dgm:pt modelId="{D961313B-B956-43F9-9643-F860E18975B3}" type="pres">
      <dgm:prSet presAssocID="{750D76AD-0982-4930-B1A2-FB41699D3E20}" presName="linear" presStyleCnt="0">
        <dgm:presLayoutVars>
          <dgm:animLvl val="lvl"/>
          <dgm:resizeHandles val="exact"/>
        </dgm:presLayoutVars>
      </dgm:prSet>
      <dgm:spPr/>
    </dgm:pt>
    <dgm:pt modelId="{25DFF456-CD1C-4A3F-9FCD-025B2B020FDF}" type="pres">
      <dgm:prSet presAssocID="{15DB714E-A36E-47B4-A298-6DE3FAE89FA7}" presName="parentText" presStyleLbl="node1" presStyleIdx="0" presStyleCnt="1" custLinFactNeighborX="-1590" custLinFactNeighborY="-14415">
        <dgm:presLayoutVars>
          <dgm:chMax val="0"/>
          <dgm:bulletEnabled val="1"/>
        </dgm:presLayoutVars>
      </dgm:prSet>
      <dgm:spPr/>
    </dgm:pt>
  </dgm:ptLst>
  <dgm:cxnLst>
    <dgm:cxn modelId="{39C9089A-7B56-487D-AE16-890D913F52A4}" type="presOf" srcId="{750D76AD-0982-4930-B1A2-FB41699D3E20}" destId="{D961313B-B956-43F9-9643-F860E18975B3}" srcOrd="0" destOrd="0" presId="urn:microsoft.com/office/officeart/2005/8/layout/vList2"/>
    <dgm:cxn modelId="{271FC49A-90C6-4048-A7E2-41326984E0A7}" srcId="{750D76AD-0982-4930-B1A2-FB41699D3E20}" destId="{15DB714E-A36E-47B4-A298-6DE3FAE89FA7}" srcOrd="0" destOrd="0" parTransId="{7670B954-F5EB-41C8-9DD2-9E939EBCDBB6}" sibTransId="{24056A24-72C1-477E-9E4F-84819B99D214}"/>
    <dgm:cxn modelId="{030F83FE-7072-4FF7-854A-583871697D76}" type="presOf" srcId="{15DB714E-A36E-47B4-A298-6DE3FAE89FA7}" destId="{25DFF456-CD1C-4A3F-9FCD-025B2B020FDF}" srcOrd="0" destOrd="0" presId="urn:microsoft.com/office/officeart/2005/8/layout/vList2"/>
    <dgm:cxn modelId="{8E1C2A3C-47A4-4DAD-889D-BB6C85AE033A}" type="presParOf" srcId="{D961313B-B956-43F9-9643-F860E18975B3}" destId="{25DFF456-CD1C-4A3F-9FCD-025B2B020FD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750D76AD-0982-4930-B1A2-FB41699D3E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DB714E-A36E-47B4-A298-6DE3FAE89FA7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b="1" u="none" dirty="0">
              <a:solidFill>
                <a:srgbClr val="002060"/>
              </a:solidFill>
            </a:rPr>
            <a:t>What is happing </a:t>
          </a:r>
          <a:r>
            <a:rPr lang="en-US" b="1" u="none" dirty="0">
              <a:solidFill>
                <a:srgbClr val="FF0000"/>
              </a:solidFill>
            </a:rPr>
            <a:t>Inside</a:t>
          </a:r>
        </a:p>
      </dgm:t>
    </dgm:pt>
    <dgm:pt modelId="{24056A24-72C1-477E-9E4F-84819B99D214}" type="sibTrans" cxnId="{271FC49A-90C6-4048-A7E2-41326984E0A7}">
      <dgm:prSet/>
      <dgm:spPr/>
      <dgm:t>
        <a:bodyPr/>
        <a:lstStyle/>
        <a:p>
          <a:endParaRPr lang="en-US"/>
        </a:p>
      </dgm:t>
    </dgm:pt>
    <dgm:pt modelId="{7670B954-F5EB-41C8-9DD2-9E939EBCDBB6}" type="parTrans" cxnId="{271FC49A-90C6-4048-A7E2-41326984E0A7}">
      <dgm:prSet/>
      <dgm:spPr/>
      <dgm:t>
        <a:bodyPr/>
        <a:lstStyle/>
        <a:p>
          <a:endParaRPr lang="en-US"/>
        </a:p>
      </dgm:t>
    </dgm:pt>
    <dgm:pt modelId="{D961313B-B956-43F9-9643-F860E18975B3}" type="pres">
      <dgm:prSet presAssocID="{750D76AD-0982-4930-B1A2-FB41699D3E20}" presName="linear" presStyleCnt="0">
        <dgm:presLayoutVars>
          <dgm:animLvl val="lvl"/>
          <dgm:resizeHandles val="exact"/>
        </dgm:presLayoutVars>
      </dgm:prSet>
      <dgm:spPr/>
    </dgm:pt>
    <dgm:pt modelId="{25DFF456-CD1C-4A3F-9FCD-025B2B020FDF}" type="pres">
      <dgm:prSet presAssocID="{15DB714E-A36E-47B4-A298-6DE3FAE89FA7}" presName="parentText" presStyleLbl="node1" presStyleIdx="0" presStyleCnt="1" custLinFactNeighborX="-1590" custLinFactNeighborY="-14415">
        <dgm:presLayoutVars>
          <dgm:chMax val="0"/>
          <dgm:bulletEnabled val="1"/>
        </dgm:presLayoutVars>
      </dgm:prSet>
      <dgm:spPr/>
    </dgm:pt>
  </dgm:ptLst>
  <dgm:cxnLst>
    <dgm:cxn modelId="{39C9089A-7B56-487D-AE16-890D913F52A4}" type="presOf" srcId="{750D76AD-0982-4930-B1A2-FB41699D3E20}" destId="{D961313B-B956-43F9-9643-F860E18975B3}" srcOrd="0" destOrd="0" presId="urn:microsoft.com/office/officeart/2005/8/layout/vList2"/>
    <dgm:cxn modelId="{271FC49A-90C6-4048-A7E2-41326984E0A7}" srcId="{750D76AD-0982-4930-B1A2-FB41699D3E20}" destId="{15DB714E-A36E-47B4-A298-6DE3FAE89FA7}" srcOrd="0" destOrd="0" parTransId="{7670B954-F5EB-41C8-9DD2-9E939EBCDBB6}" sibTransId="{24056A24-72C1-477E-9E4F-84819B99D214}"/>
    <dgm:cxn modelId="{030F83FE-7072-4FF7-854A-583871697D76}" type="presOf" srcId="{15DB714E-A36E-47B4-A298-6DE3FAE89FA7}" destId="{25DFF456-CD1C-4A3F-9FCD-025B2B020FDF}" srcOrd="0" destOrd="0" presId="urn:microsoft.com/office/officeart/2005/8/layout/vList2"/>
    <dgm:cxn modelId="{8E1C2A3C-47A4-4DAD-889D-BB6C85AE033A}" type="presParOf" srcId="{D961313B-B956-43F9-9643-F860E18975B3}" destId="{25DFF456-CD1C-4A3F-9FCD-025B2B020FD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E156AC-DD1A-4C46-B5BA-805A67D6F40B}">
      <dsp:nvSpPr>
        <dsp:cNvPr id="0" name=""/>
        <dsp:cNvSpPr/>
      </dsp:nvSpPr>
      <dsp:spPr>
        <a:xfrm>
          <a:off x="0" y="39508"/>
          <a:ext cx="11353800" cy="135360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4264" tIns="191008" rIns="334264" bIns="191008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We can think about three cases:</a:t>
          </a:r>
        </a:p>
      </dsp:txBody>
      <dsp:txXfrm>
        <a:off x="0" y="39508"/>
        <a:ext cx="11353800" cy="1353600"/>
      </dsp:txXfrm>
    </dsp:sp>
    <dsp:sp modelId="{EFDEE5E5-2108-46EF-910F-068B677D7F6C}">
      <dsp:nvSpPr>
        <dsp:cNvPr id="0" name=""/>
        <dsp:cNvSpPr/>
      </dsp:nvSpPr>
      <dsp:spPr>
        <a:xfrm>
          <a:off x="0" y="1393108"/>
          <a:ext cx="11353800" cy="283833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698" tIns="250698" rIns="334264" bIns="376047" numCol="1" spcCol="1270" anchor="t" anchorCtr="0">
          <a:noAutofit/>
        </a:bodyPr>
        <a:lstStyle/>
        <a:p>
          <a:pPr marL="285750" lvl="1" indent="-285750" algn="l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4700" kern="1200" dirty="0"/>
            <a:t>If there was only one disk.</a:t>
          </a:r>
        </a:p>
        <a:p>
          <a:pPr marL="285750" lvl="1" indent="-285750" algn="l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4700" kern="1200" dirty="0"/>
            <a:t>If there was two disks.</a:t>
          </a:r>
        </a:p>
        <a:p>
          <a:pPr marL="285750" lvl="1" indent="-285750" algn="l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4700" kern="1200" dirty="0"/>
            <a:t>If there was three or more disks. </a:t>
          </a:r>
        </a:p>
      </dsp:txBody>
      <dsp:txXfrm>
        <a:off x="0" y="1393108"/>
        <a:ext cx="11353800" cy="28383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FF456-CD1C-4A3F-9FCD-025B2B020FDF}">
      <dsp:nvSpPr>
        <dsp:cNvPr id="0" name=""/>
        <dsp:cNvSpPr/>
      </dsp:nvSpPr>
      <dsp:spPr>
        <a:xfrm>
          <a:off x="0" y="23353"/>
          <a:ext cx="10515600" cy="13022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b="1" u="none" kern="1200" dirty="0"/>
            <a:t>Observation</a:t>
          </a:r>
        </a:p>
      </dsp:txBody>
      <dsp:txXfrm>
        <a:off x="63569" y="86922"/>
        <a:ext cx="10388462" cy="11750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FF456-CD1C-4A3F-9FCD-025B2B020FDF}">
      <dsp:nvSpPr>
        <dsp:cNvPr id="0" name=""/>
        <dsp:cNvSpPr/>
      </dsp:nvSpPr>
      <dsp:spPr>
        <a:xfrm>
          <a:off x="0" y="0"/>
          <a:ext cx="10515600" cy="1203929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b="1" u="none" kern="1200" dirty="0">
              <a:solidFill>
                <a:schemeClr val="tx1"/>
              </a:solidFill>
            </a:rPr>
            <a:t>Recursive Algorithm</a:t>
          </a:r>
        </a:p>
      </dsp:txBody>
      <dsp:txXfrm>
        <a:off x="58771" y="58771"/>
        <a:ext cx="10398058" cy="10863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FF456-CD1C-4A3F-9FCD-025B2B020FDF}">
      <dsp:nvSpPr>
        <dsp:cNvPr id="0" name=""/>
        <dsp:cNvSpPr/>
      </dsp:nvSpPr>
      <dsp:spPr>
        <a:xfrm>
          <a:off x="0" y="0"/>
          <a:ext cx="10515600" cy="93366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u="none" kern="1200" dirty="0">
              <a:solidFill>
                <a:srgbClr val="002060"/>
              </a:solidFill>
            </a:rPr>
            <a:t>Implementation in </a:t>
          </a:r>
          <a:r>
            <a:rPr lang="en-US" sz="3800" b="1" u="none" kern="1200" dirty="0" err="1">
              <a:solidFill>
                <a:srgbClr val="002060"/>
              </a:solidFill>
            </a:rPr>
            <a:t>c++</a:t>
          </a:r>
          <a:endParaRPr lang="en-US" sz="3800" b="1" u="none" kern="1200" dirty="0">
            <a:solidFill>
              <a:srgbClr val="002060"/>
            </a:solidFill>
          </a:endParaRPr>
        </a:p>
      </dsp:txBody>
      <dsp:txXfrm>
        <a:off x="45578" y="45578"/>
        <a:ext cx="10424444" cy="84250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FF456-CD1C-4A3F-9FCD-025B2B020FDF}">
      <dsp:nvSpPr>
        <dsp:cNvPr id="0" name=""/>
        <dsp:cNvSpPr/>
      </dsp:nvSpPr>
      <dsp:spPr>
        <a:xfrm>
          <a:off x="0" y="0"/>
          <a:ext cx="10515600" cy="78624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none" kern="1200" dirty="0">
              <a:solidFill>
                <a:srgbClr val="002060"/>
              </a:solidFill>
            </a:rPr>
            <a:t>What is happing </a:t>
          </a:r>
          <a:r>
            <a:rPr lang="en-US" sz="3200" b="1" u="none" kern="1200" dirty="0">
              <a:solidFill>
                <a:srgbClr val="FF0000"/>
              </a:solidFill>
            </a:rPr>
            <a:t>Inside</a:t>
          </a:r>
        </a:p>
      </dsp:txBody>
      <dsp:txXfrm>
        <a:off x="38381" y="38381"/>
        <a:ext cx="10438838" cy="70947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FF456-CD1C-4A3F-9FCD-025B2B020FDF}">
      <dsp:nvSpPr>
        <dsp:cNvPr id="0" name=""/>
        <dsp:cNvSpPr/>
      </dsp:nvSpPr>
      <dsp:spPr>
        <a:xfrm>
          <a:off x="0" y="0"/>
          <a:ext cx="10515600" cy="78624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none" kern="1200" dirty="0">
              <a:solidFill>
                <a:srgbClr val="002060"/>
              </a:solidFill>
            </a:rPr>
            <a:t>What is happing </a:t>
          </a:r>
          <a:r>
            <a:rPr lang="en-US" sz="3200" b="1" u="none" kern="1200" dirty="0">
              <a:solidFill>
                <a:srgbClr val="FF0000"/>
              </a:solidFill>
            </a:rPr>
            <a:t>Inside</a:t>
          </a:r>
        </a:p>
      </dsp:txBody>
      <dsp:txXfrm>
        <a:off x="38381" y="38381"/>
        <a:ext cx="10438838" cy="70947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FF456-CD1C-4A3F-9FCD-025B2B020FDF}">
      <dsp:nvSpPr>
        <dsp:cNvPr id="0" name=""/>
        <dsp:cNvSpPr/>
      </dsp:nvSpPr>
      <dsp:spPr>
        <a:xfrm>
          <a:off x="0" y="0"/>
          <a:ext cx="10515600" cy="78624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none" kern="1200" dirty="0">
              <a:solidFill>
                <a:srgbClr val="002060"/>
              </a:solidFill>
            </a:rPr>
            <a:t>What is happing </a:t>
          </a:r>
          <a:r>
            <a:rPr lang="en-US" sz="3200" b="1" u="none" kern="1200" dirty="0">
              <a:solidFill>
                <a:srgbClr val="FF0000"/>
              </a:solidFill>
            </a:rPr>
            <a:t>Inside</a:t>
          </a:r>
        </a:p>
      </dsp:txBody>
      <dsp:txXfrm>
        <a:off x="38381" y="38381"/>
        <a:ext cx="10438838" cy="70947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FF456-CD1C-4A3F-9FCD-025B2B020FDF}">
      <dsp:nvSpPr>
        <dsp:cNvPr id="0" name=""/>
        <dsp:cNvSpPr/>
      </dsp:nvSpPr>
      <dsp:spPr>
        <a:xfrm>
          <a:off x="0" y="0"/>
          <a:ext cx="10515600" cy="78624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none" kern="1200" dirty="0">
              <a:solidFill>
                <a:srgbClr val="002060"/>
              </a:solidFill>
            </a:rPr>
            <a:t>What is happing </a:t>
          </a:r>
          <a:r>
            <a:rPr lang="en-US" sz="3200" b="1" u="none" kern="1200" dirty="0">
              <a:solidFill>
                <a:srgbClr val="FF0000"/>
              </a:solidFill>
            </a:rPr>
            <a:t>Inside</a:t>
          </a:r>
        </a:p>
      </dsp:txBody>
      <dsp:txXfrm>
        <a:off x="38381" y="38381"/>
        <a:ext cx="10438838" cy="70947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FF456-CD1C-4A3F-9FCD-025B2B020FDF}">
      <dsp:nvSpPr>
        <dsp:cNvPr id="0" name=""/>
        <dsp:cNvSpPr/>
      </dsp:nvSpPr>
      <dsp:spPr>
        <a:xfrm>
          <a:off x="0" y="0"/>
          <a:ext cx="10515600" cy="78624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none" kern="1200" dirty="0">
              <a:solidFill>
                <a:srgbClr val="002060"/>
              </a:solidFill>
            </a:rPr>
            <a:t>What is happing </a:t>
          </a:r>
          <a:r>
            <a:rPr lang="en-US" sz="3200" b="1" u="none" kern="1200" dirty="0">
              <a:solidFill>
                <a:srgbClr val="FF0000"/>
              </a:solidFill>
            </a:rPr>
            <a:t>Inside</a:t>
          </a:r>
        </a:p>
      </dsp:txBody>
      <dsp:txXfrm>
        <a:off x="38381" y="38381"/>
        <a:ext cx="10438838" cy="70947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FF456-CD1C-4A3F-9FCD-025B2B020FDF}">
      <dsp:nvSpPr>
        <dsp:cNvPr id="0" name=""/>
        <dsp:cNvSpPr/>
      </dsp:nvSpPr>
      <dsp:spPr>
        <a:xfrm>
          <a:off x="0" y="0"/>
          <a:ext cx="10515600" cy="78624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none" kern="1200" dirty="0">
              <a:solidFill>
                <a:srgbClr val="002060"/>
              </a:solidFill>
            </a:rPr>
            <a:t>What is happing </a:t>
          </a:r>
          <a:r>
            <a:rPr lang="en-US" sz="3200" b="1" u="none" kern="1200" dirty="0">
              <a:solidFill>
                <a:srgbClr val="FF0000"/>
              </a:solidFill>
            </a:rPr>
            <a:t>Inside</a:t>
          </a:r>
        </a:p>
      </dsp:txBody>
      <dsp:txXfrm>
        <a:off x="38381" y="38381"/>
        <a:ext cx="10438838" cy="70947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FF456-CD1C-4A3F-9FCD-025B2B020FDF}">
      <dsp:nvSpPr>
        <dsp:cNvPr id="0" name=""/>
        <dsp:cNvSpPr/>
      </dsp:nvSpPr>
      <dsp:spPr>
        <a:xfrm>
          <a:off x="0" y="0"/>
          <a:ext cx="10515600" cy="78624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none" kern="1200" dirty="0">
              <a:solidFill>
                <a:srgbClr val="002060"/>
              </a:solidFill>
            </a:rPr>
            <a:t>What is happing </a:t>
          </a:r>
          <a:r>
            <a:rPr lang="en-US" sz="3200" b="1" u="none" kern="1200" dirty="0">
              <a:solidFill>
                <a:srgbClr val="FF0000"/>
              </a:solidFill>
            </a:rPr>
            <a:t>Inside</a:t>
          </a:r>
        </a:p>
      </dsp:txBody>
      <dsp:txXfrm>
        <a:off x="38381" y="38381"/>
        <a:ext cx="10438838" cy="70947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FF456-CD1C-4A3F-9FCD-025B2B020FDF}">
      <dsp:nvSpPr>
        <dsp:cNvPr id="0" name=""/>
        <dsp:cNvSpPr/>
      </dsp:nvSpPr>
      <dsp:spPr>
        <a:xfrm>
          <a:off x="0" y="0"/>
          <a:ext cx="10515600" cy="78624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none" kern="1200" dirty="0">
              <a:solidFill>
                <a:srgbClr val="002060"/>
              </a:solidFill>
            </a:rPr>
            <a:t>What is happing </a:t>
          </a:r>
          <a:r>
            <a:rPr lang="en-US" sz="3200" b="1" u="none" kern="1200" dirty="0">
              <a:solidFill>
                <a:srgbClr val="FF0000"/>
              </a:solidFill>
            </a:rPr>
            <a:t>Inside</a:t>
          </a:r>
        </a:p>
      </dsp:txBody>
      <dsp:txXfrm>
        <a:off x="38381" y="38381"/>
        <a:ext cx="10438838" cy="70947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FF456-CD1C-4A3F-9FCD-025B2B020FDF}">
      <dsp:nvSpPr>
        <dsp:cNvPr id="0" name=""/>
        <dsp:cNvSpPr/>
      </dsp:nvSpPr>
      <dsp:spPr>
        <a:xfrm>
          <a:off x="0" y="0"/>
          <a:ext cx="10515600" cy="78624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none" kern="1200" dirty="0">
              <a:solidFill>
                <a:srgbClr val="002060"/>
              </a:solidFill>
            </a:rPr>
            <a:t>What is happing </a:t>
          </a:r>
          <a:r>
            <a:rPr lang="en-US" sz="3200" b="1" u="none" kern="1200" dirty="0">
              <a:solidFill>
                <a:srgbClr val="FF0000"/>
              </a:solidFill>
            </a:rPr>
            <a:t>Inside</a:t>
          </a:r>
        </a:p>
      </dsp:txBody>
      <dsp:txXfrm>
        <a:off x="38381" y="38381"/>
        <a:ext cx="10438838" cy="70947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FF456-CD1C-4A3F-9FCD-025B2B020FDF}">
      <dsp:nvSpPr>
        <dsp:cNvPr id="0" name=""/>
        <dsp:cNvSpPr/>
      </dsp:nvSpPr>
      <dsp:spPr>
        <a:xfrm>
          <a:off x="0" y="0"/>
          <a:ext cx="10515600" cy="78624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none" kern="1200" dirty="0">
              <a:solidFill>
                <a:srgbClr val="002060"/>
              </a:solidFill>
            </a:rPr>
            <a:t>What is happing </a:t>
          </a:r>
          <a:r>
            <a:rPr lang="en-US" sz="3200" b="1" u="none" kern="1200" dirty="0">
              <a:solidFill>
                <a:srgbClr val="FF0000"/>
              </a:solidFill>
            </a:rPr>
            <a:t>Inside</a:t>
          </a:r>
        </a:p>
      </dsp:txBody>
      <dsp:txXfrm>
        <a:off x="38381" y="38381"/>
        <a:ext cx="10438838" cy="709478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FF456-CD1C-4A3F-9FCD-025B2B020FDF}">
      <dsp:nvSpPr>
        <dsp:cNvPr id="0" name=""/>
        <dsp:cNvSpPr/>
      </dsp:nvSpPr>
      <dsp:spPr>
        <a:xfrm>
          <a:off x="0" y="0"/>
          <a:ext cx="10515600" cy="78624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none" kern="1200" dirty="0">
              <a:solidFill>
                <a:srgbClr val="002060"/>
              </a:solidFill>
            </a:rPr>
            <a:t>What is happing </a:t>
          </a:r>
          <a:r>
            <a:rPr lang="en-US" sz="3200" b="1" u="none" kern="1200" dirty="0">
              <a:solidFill>
                <a:srgbClr val="FF0000"/>
              </a:solidFill>
            </a:rPr>
            <a:t>Inside</a:t>
          </a:r>
        </a:p>
      </dsp:txBody>
      <dsp:txXfrm>
        <a:off x="38381" y="38381"/>
        <a:ext cx="10438838" cy="709478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FF456-CD1C-4A3F-9FCD-025B2B020FDF}">
      <dsp:nvSpPr>
        <dsp:cNvPr id="0" name=""/>
        <dsp:cNvSpPr/>
      </dsp:nvSpPr>
      <dsp:spPr>
        <a:xfrm>
          <a:off x="0" y="0"/>
          <a:ext cx="10515600" cy="78624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none" kern="1200" dirty="0">
              <a:solidFill>
                <a:srgbClr val="002060"/>
              </a:solidFill>
            </a:rPr>
            <a:t>What is happing </a:t>
          </a:r>
          <a:r>
            <a:rPr lang="en-US" sz="3200" b="1" u="none" kern="1200" dirty="0">
              <a:solidFill>
                <a:srgbClr val="FF0000"/>
              </a:solidFill>
            </a:rPr>
            <a:t>Inside</a:t>
          </a:r>
        </a:p>
      </dsp:txBody>
      <dsp:txXfrm>
        <a:off x="38381" y="38381"/>
        <a:ext cx="10438838" cy="709478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FF456-CD1C-4A3F-9FCD-025B2B020FDF}">
      <dsp:nvSpPr>
        <dsp:cNvPr id="0" name=""/>
        <dsp:cNvSpPr/>
      </dsp:nvSpPr>
      <dsp:spPr>
        <a:xfrm>
          <a:off x="0" y="0"/>
          <a:ext cx="10515600" cy="78624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none" kern="1200" dirty="0">
              <a:solidFill>
                <a:srgbClr val="002060"/>
              </a:solidFill>
            </a:rPr>
            <a:t>What is happing </a:t>
          </a:r>
          <a:r>
            <a:rPr lang="en-US" sz="3200" b="1" u="none" kern="1200" dirty="0">
              <a:solidFill>
                <a:srgbClr val="FF0000"/>
              </a:solidFill>
            </a:rPr>
            <a:t>Inside</a:t>
          </a:r>
        </a:p>
      </dsp:txBody>
      <dsp:txXfrm>
        <a:off x="38381" y="38381"/>
        <a:ext cx="10438838" cy="709478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FF456-CD1C-4A3F-9FCD-025B2B020FDF}">
      <dsp:nvSpPr>
        <dsp:cNvPr id="0" name=""/>
        <dsp:cNvSpPr/>
      </dsp:nvSpPr>
      <dsp:spPr>
        <a:xfrm>
          <a:off x="0" y="0"/>
          <a:ext cx="10515600" cy="78624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none" kern="1200" dirty="0">
              <a:solidFill>
                <a:srgbClr val="002060"/>
              </a:solidFill>
            </a:rPr>
            <a:t>What is happing </a:t>
          </a:r>
          <a:r>
            <a:rPr lang="en-US" sz="3200" b="1" u="none" kern="1200" dirty="0">
              <a:solidFill>
                <a:srgbClr val="FF0000"/>
              </a:solidFill>
            </a:rPr>
            <a:t>Inside</a:t>
          </a:r>
        </a:p>
      </dsp:txBody>
      <dsp:txXfrm>
        <a:off x="38381" y="38381"/>
        <a:ext cx="10438838" cy="709478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FF456-CD1C-4A3F-9FCD-025B2B020FDF}">
      <dsp:nvSpPr>
        <dsp:cNvPr id="0" name=""/>
        <dsp:cNvSpPr/>
      </dsp:nvSpPr>
      <dsp:spPr>
        <a:xfrm>
          <a:off x="0" y="0"/>
          <a:ext cx="10515600" cy="78624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none" kern="1200" dirty="0">
              <a:solidFill>
                <a:srgbClr val="002060"/>
              </a:solidFill>
            </a:rPr>
            <a:t>What is happing </a:t>
          </a:r>
          <a:r>
            <a:rPr lang="en-US" sz="3200" b="1" u="none" kern="1200" dirty="0">
              <a:solidFill>
                <a:srgbClr val="FF0000"/>
              </a:solidFill>
            </a:rPr>
            <a:t>Inside</a:t>
          </a:r>
        </a:p>
      </dsp:txBody>
      <dsp:txXfrm>
        <a:off x="38381" y="38381"/>
        <a:ext cx="10438838" cy="709478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FF456-CD1C-4A3F-9FCD-025B2B020FDF}">
      <dsp:nvSpPr>
        <dsp:cNvPr id="0" name=""/>
        <dsp:cNvSpPr/>
      </dsp:nvSpPr>
      <dsp:spPr>
        <a:xfrm>
          <a:off x="0" y="0"/>
          <a:ext cx="10515600" cy="78624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none" kern="1200" dirty="0">
              <a:solidFill>
                <a:srgbClr val="002060"/>
              </a:solidFill>
            </a:rPr>
            <a:t>What is happing </a:t>
          </a:r>
          <a:r>
            <a:rPr lang="en-US" sz="3200" b="1" u="none" kern="1200" dirty="0">
              <a:solidFill>
                <a:srgbClr val="FF0000"/>
              </a:solidFill>
            </a:rPr>
            <a:t>Inside</a:t>
          </a:r>
        </a:p>
      </dsp:txBody>
      <dsp:txXfrm>
        <a:off x="38381" y="38381"/>
        <a:ext cx="10438838" cy="709478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FF456-CD1C-4A3F-9FCD-025B2B020FDF}">
      <dsp:nvSpPr>
        <dsp:cNvPr id="0" name=""/>
        <dsp:cNvSpPr/>
      </dsp:nvSpPr>
      <dsp:spPr>
        <a:xfrm>
          <a:off x="0" y="0"/>
          <a:ext cx="10515600" cy="78624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none" kern="1200" dirty="0">
              <a:solidFill>
                <a:srgbClr val="002060"/>
              </a:solidFill>
            </a:rPr>
            <a:t>What is happing </a:t>
          </a:r>
          <a:r>
            <a:rPr lang="en-US" sz="3200" b="1" u="none" kern="1200" dirty="0">
              <a:solidFill>
                <a:srgbClr val="FF0000"/>
              </a:solidFill>
            </a:rPr>
            <a:t>Inside</a:t>
          </a:r>
        </a:p>
      </dsp:txBody>
      <dsp:txXfrm>
        <a:off x="38381" y="38381"/>
        <a:ext cx="10438838" cy="709478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FF456-CD1C-4A3F-9FCD-025B2B020FDF}">
      <dsp:nvSpPr>
        <dsp:cNvPr id="0" name=""/>
        <dsp:cNvSpPr/>
      </dsp:nvSpPr>
      <dsp:spPr>
        <a:xfrm>
          <a:off x="0" y="0"/>
          <a:ext cx="10515600" cy="78624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none" kern="1200" dirty="0">
              <a:solidFill>
                <a:srgbClr val="002060"/>
              </a:solidFill>
            </a:rPr>
            <a:t>What is happing </a:t>
          </a:r>
          <a:r>
            <a:rPr lang="en-US" sz="3200" b="1" u="none" kern="1200" dirty="0">
              <a:solidFill>
                <a:srgbClr val="FF0000"/>
              </a:solidFill>
            </a:rPr>
            <a:t>Inside</a:t>
          </a:r>
        </a:p>
      </dsp:txBody>
      <dsp:txXfrm>
        <a:off x="38381" y="38381"/>
        <a:ext cx="10438838" cy="7094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4:13:57.9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586 59 24575,'773'0'0,"-1444"0"0,670 0 0,-52 2 0,49-2 0,0 1 0,0-1 0,0 1 0,0 0 0,0 0 0,0 0 0,0 1 0,0 0 0,-6 4 0,10-6 0,0 1 0,1-1 0,-1 1 0,0-1 0,1 0 0,-1 1 0,1-1 0,-1 1 0,0-1 0,1 0 0,-1 1 0,1-1 0,0 0 0,-1 1 0,1-1 0,-1 0 0,1 0 0,-1 0 0,1 0 0,0 1 0,-1-1 0,1 0 0,-1 0 0,1 0 0,0 0 0,-1 0 0,2-1 0,21 5 0,217-4 0,11 1 0,-250-1 0,0 0 0,1 0 0,-1 0 0,0 0 0,0 0 0,1 0 0,-1 0 0,0 0 0,0 1 0,1-1 0,-1 0 0,0 1 0,0-1 0,0 1 0,0-1 0,1 1 0,-1 0 0,0-1 0,0 1 0,0 0 0,0 0 0,-1 0 0,1 0 0,0 0 0,0 0 0,0 0 0,-1 0 0,1 0 0,0 1 0,-1 0 0,0 0 0,-1 0 0,1 0 0,-1 0 0,0-1 0,1 1 0,-1 0 0,0 0 0,0-1 0,0 1 0,0-1 0,0 1 0,0-1 0,-1 1 0,1-1 0,0 1 0,-1-1 0,1 0 0,-3 1 0,-18 14 0,-2-1 0,1-1 0,-2-1 0,-35 13 0,39-19 0,0 0 0,0-1 0,0-1 0,-1-2 0,-28 3 0,-111-5 0,115-2 0,45 1 0,-37-5 0,37 5 0,1 0 0,-1-1 0,0 1 0,1 0 0,-1-1 0,0 1 0,1-1 0,-1 1 0,1 0 0,-1-1 0,1 1 0,-1-1 0,1 1 0,-1-1 0,1 0 0,0 1 0,-1-1 0,1 1 0,0-1 0,-1 0 0,1 1 0,0-1 0,0 0 0,-1 1 0,1-1 0,0 0 0,0 0 0,0 1 0,0-1 0,0 0 0,0 1 0,0-1 0,0 0 0,1 0 0,-1 1 0,0-1 0,0 0 0,0 1 0,1-1 0,-1 1 0,0-1 0,1 0 0,-1 1 0,1-1 0,-1 1 0,1-1 0,-1 1 0,1-1 0,0 0 0,4-6 0,1 1 0,0 0 0,0 0 0,1 0 0,0 1 0,0 0 0,0 0 0,1 0 0,-1 1 0,17-6 0,-2 2 0,0 1 0,42-9 0,88-3 0,-54 8 0,-77 8 0,6-1 0,-50 13 0,-26 4 0,0-2 0,-1-2 0,-78 4 0,-157-11 0,168-4 0,116 2 0,-1 1 0,1-1 0,-1 0 0,1 0 0,-1 0 0,1 0 0,0 0 0,-1-1 0,1 1 0,-1 0 0,1-1 0,0 1 0,-1-1 0,-1-1 0,15-6 0,39-7 0,-50 15 0,47-11 0,0 3 0,1 1 0,0 3 0,71 3 0,-310 2 0,269-1 0,-146 4 0,-123 22 0,134-15 0,-1-3 0,-1-2 0,-69-2 0,374-4 0,-144-2 0,-220 4 0,-142-5 0,258 3 0,0 1 0,0-1 0,0 0 0,-1-1 0,1 1 0,0 0 0,0 0 0,0 0 0,0-1 0,0 1 0,-1 0 0,1-1 0,0 1 0,0-1 0,0 0 0,0 1 0,0-1 0,0 0 0,1 0 0,-1 1 0,-2-3 0,3 2 0,0 0 0,0 0 0,0 0 0,0 1 0,0-1 0,0 0 0,1 0 0,-1 0 0,0 0 0,0 0 0,1 0 0,-1 1 0,0-1 0,1 0 0,-1 0 0,1 1 0,-1-1 0,1 0 0,0 0 0,-1 1 0,2-2 0,5-5 0,1 0 0,0 1 0,16-10 0,-4 5 0,2 0 0,-1 1 0,1 2 0,1 0 0,-1 1 0,1 2 0,0 0 0,32-2 0,24 2 0,89 6 0,-137 0 0,4 3 0,-22 3 0,-13-6 0,0-1 0,0 1 0,0-1 0,0 0 0,0 1 0,0-1 0,0 1 0,0-1 0,-1 1 0,1-1 0,0 1 0,0-1 0,0 1 0,-1-1 0,1 0 0,0 1 0,0-1 0,-1 1 0,1-1 0,0 0 0,-1 1 0,1-1 0,0 0 0,-1 1 0,1-1 0,0 0 0,-1 0 0,1 1 0,-1-1 0,1 0 0,-1 0 0,-8 5 0,0-1 0,0 0 0,-1 0 0,1-1 0,-1 0 0,1-1 0,-1 0 0,-11 1 0,-86 2 0,99-4 0,-228-3 0,521-20 0,-222 17-1365,-38 3-5461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4:14:05.5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182 22 24575,'865'0'0,"-1875"0"0,984-3 342,25 3-382,1 0 0,-1 0 1,1 0-1,-1 0 0,1-1 0,-1 1 1,1 0-1,-1 0 0,1-1 1,-1 1-1,1 0 0,-1-1 1,1 1-1,0-1 0,-1 1 1,1 0-1,0-1 0,-1 1 0,1-1 1,0 1-1,0-1 0,-1 1 1,1-1-1,0 1 0,0-1 1,0 1-1,0-1 0,-1 1 1,1-1-1,0 0 0,0 1 1,0-1-1,0 1 0,1-1 0,-1 1 1,0-1-1,0 1 0,0-1 1,0 1-1,0-1 0,1 1 1,-1-2-1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4:14:09.8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23892,'4495'0'0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4:14:16.2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24575,'0'388'0,"-1"-383"0,1 0 0,0-1 0,1 1 0,-1 0 0,1 0 0,0-1 0,0 1 0,0-1 0,1 1 0,-1-1 0,1 0 0,0 1 0,3 3 0,-2-5 0,-1-1 0,1 0 0,0 1 0,0-1 0,0 0 0,0-1 0,0 1 0,0-1 0,0 1 0,0-1 0,1 0 0,-1 0 0,1 0 0,-1-1 0,1 1 0,-1-1 0,1 0 0,4 0 0,256-7 0,-217 1-273,0-1 0,-1-2 0,-1-3 0,48-18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4:14:26.9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541 508 24575,'809'0'0,"-804"0"0,-1 0 0,1 0 0,-1 0 0,1 1 0,-1 0 0,1-1 0,-1 1 0,1 1 0,-1-1 0,0 1 0,0 0 0,0 0 0,6 3 0,-8-2 0,1-1 0,-1 1 0,0 0 0,0 0 0,0 0 0,0 0 0,-1 0 0,1 0 0,-1 0 0,0 0 0,0 1 0,0-1 0,0 1 0,0-1 0,-1 1 0,0-1 0,1 1 0,-2 3 0,2 7 0,-1 0 0,-1 0 0,-1 1 0,0-1 0,0 0 0,-2-1 0,1 1 0,-2 0 0,0-1 0,-1 0 0,0 0 0,0-1 0,-2 0 0,1 0 0,-2 0 0,0-1 0,0 0 0,-1-1 0,0 0 0,0-1 0,-1 0 0,-1 0 0,-19 11 0,-2-2 0,0-1 0,-1-2 0,-1-1 0,0-1 0,-1-2 0,0-2 0,-46 6 0,1-6 0,-1-4 0,-101-6 0,-263-4 0,434 5 0,1 0 0,0-1 0,0 0 0,-1-1 0,1 0 0,-14-5 0,21 6 0,1-1 0,0 1 0,-1-1 0,1 0 0,0 0 0,0 0 0,0-1 0,0 1 0,0-1 0,0 0 0,1 1 0,-1-1 0,1 0 0,0-1 0,0 1 0,0 0 0,0-1 0,1 1 0,-1-1 0,1 1 0,0-1 0,-1-5 0,-2-19 0,2 0 0,1-1 0,1 1 0,5-37 0,-1-11 0,-3-149 0,0 214 0,0 0 0,1 1 0,0-1 0,1 1 0,0 0 0,1-1 0,0 1 0,0 1 0,1-1 0,0 1 0,1-1 0,0 2 0,0-1 0,1 1 0,0 0 0,1 0 0,9-7 0,1-1 0,0 1 0,2 2 0,0 0 0,0 1 0,1 0 0,37-13 0,-37 19 0,0 0 0,-1 1 0,2 1 0,41-2 0,86 8 0,-63 1 0,-61-1 0,1 0 0,-1 1 0,0 2 0,0 0 0,25 10 0,118 55 0,-143-60 0,49 13 0,-57-19 0,1 1 0,-1 1 0,1 0 0,-2 1 0,1 1 0,18 12 0,27 29 0,-42-33 0,1 0 0,0-1 0,1-1 0,24 12 0,-13-13 0,1-1 0,0-1 0,0-2 0,1-2 0,0-1 0,0-2 0,71 0 0,-100-4 0,0 0 0,0 0 0,0 1 0,-1-1 0,1 2 0,0-1 0,0 0 0,-1 1 0,1 0 0,6 4 0,-9-4 0,0 0 0,0 0 0,0 1 0,-1-1 0,1 1 0,-1-1 0,0 1 0,0 0 0,0 0 0,0 0 0,0 0 0,-1 0 0,1 0 0,-1 1 0,0-1 0,0 0 0,0 1 0,1 6 0,1 25 0,-1 1 0,-2 0 0,-8 62 0,7-85 0,0-7 0,0 0 0,0 0 0,0 0 0,-1 0 0,0 0 0,0 0 0,-1 0 0,1-1 0,-1 1 0,-1-1 0,1 0 0,-1 0 0,0 0 0,-5 5 0,-5 3 0,-1-1 0,0-1 0,-22 13 0,8-6 0,17-10 0,-30 20 0,-48 23 0,74-44 0,1 0 0,-1-2 0,0 1 0,-1-2 0,0 0 0,-33 3 0,35-6 0,-9 1 0,0-1 0,-1-1 0,1-1 0,-26-4 0,50 5 0,0 0 0,0 0 0,1 0 0,-1 0 0,0 0 0,0-1 0,1 1 0,-1 0 0,0 0 0,0 0 0,1 0 0,-1 0 0,0 0 0,0-1 0,0 1 0,1 0 0,-1 0 0,0 0 0,0-1 0,0 1 0,1 0 0,-1 0 0,0-1 0,0 1 0,0 0 0,0 0 0,0 0 0,0-1 0,0 1 0,0 0 0,0-1 0,1 1 0,-1 0 0,0 0 0,0-1 0,0 1 0,0 0 0,-1 0 0,1-1 0,0 1 0,0 0 0,0 0 0,0-1 0,0 1 0,0 0 0,0 0 0,0-1 0,-1 1 0,1 0 0,0 0 0,0-1 0,0 1 0,0 0 0,-1 0 0,1 0 0,0 0 0,0-1 0,0 1 0,-1 0 0,1 0 0,0 0 0,0 0 0,-1 0 0,1 0 0,0 0 0,-1-1 0,1 1 0,0 0 0,-1 0 0,21-11 0,253-113 0,-240 107 0,0-2 0,-2-2 0,-1-1 0,45-41 0,-47 38 0,1 1 0,1 1 0,0 2 0,50-26 0,-69 42 0,0 1 0,0 0 0,1 1 0,-1 0 0,1 1 0,-1 0 0,1 1 0,21 0 0,-28 1 0,-1 0 0,0 0 0,0 1 0,0-1 0,0 1 0,0 0 0,0 1 0,0-1 0,0 1 0,0-1 0,-1 1 0,1 0 0,-1 1 0,1-1 0,-1 1 0,0-1 0,0 1 0,0 0 0,0 0 0,0 0 0,-1 1 0,1-1 0,-1 0 0,0 1 0,0 0 0,0-1 0,1 7 0,-1-5 0,-1 0 0,1 0 0,-1 0 0,-1 0 0,1 1 0,-1-1 0,0 0 0,0 1 0,0-1 0,-1 0 0,0 1 0,0-1 0,0 0 0,-1 0 0,1 0 0,-1 0 0,-1 0 0,1 0 0,-1-1 0,1 1 0,-1-1 0,-1 0 0,-4 7 0,-8 3 0,0 0 0,0-1 0,-2-1 0,-31 18 0,-23 18 0,205-96 0,-65 24 0,1 4 0,1 2 0,1 4 0,0 2 0,93-2 0,-160 14 0,2-1 0,0 1 0,-1 0 0,1 1 0,0-1 0,7 3 0,-12-3 0,0 0 0,0 1 0,0-1 0,0 0 0,-1 1 0,1-1 0,0 1 0,0-1 0,0 1 0,-1-1 0,1 1 0,0-1 0,-1 1 0,1 0 0,-1 0 0,1-1 0,0 1 0,-1 0 0,1 0 0,-1-1 0,0 1 0,1 0 0,-1 0 0,0 0 0,1 0 0,-1 0 0,0 0 0,0 0 0,0-1 0,0 1 0,0 0 0,0 0 0,0 0 0,0 0 0,0 0 0,-1 0 0,1 0 0,0 0 0,0 0 0,-1-1 0,0 3 0,-6 12 0,-1 0 0,0 0 0,-1-1 0,-1 0 0,0 0 0,-1-1 0,0 0 0,-1-1 0,0 0 0,-1-1 0,-1-1 0,0 0 0,-18 10 0,17-13 0,-1 0 0,1-2 0,-29 8 0,35-11 0,0 0 0,-1-1 0,1 0 0,0-1 0,-1 0 0,1 0 0,-17-3 0,26 3 0,-1 0 0,1 0 0,0 0 0,0 0 0,0 0 0,0 0 0,0 0 0,0 0 0,-1 0 0,1 0 0,0 0 0,0 0 0,0 0 0,0 0 0,0 0 0,0 0 0,0 0 0,0 0 0,-1-1 0,1 1 0,0 0 0,0 0 0,0 0 0,0 0 0,0 0 0,0 0 0,0 0 0,0 0 0,0 0 0,0-1 0,0 1 0,0 0 0,-1 0 0,1 0 0,0 0 0,0 0 0,0 0 0,0-1 0,0 1 0,0 0 0,0 0 0,0 0 0,0 0 0,0 0 0,0 0 0,0 0 0,0-1 0,1 1 0,-1 0 0,0 0 0,0 0 0,0 0 0,0 0 0,0 0 0,0 0 0,0-1 0,0 1 0,0 0 0,0 0 0,0 0 0,0 0 0,1 0 0,-1 0 0,0 0 0,0 0 0,13-8 0,19-6 0,28-9 0,242-79 0,-240 86 0,341-70 0,-282 71 0,152-2 0,-206 17 0,121-15 0,-168 12 0,-12 2 0,1 0 0,-1 0 0,0-1 0,0 0 0,0 0 0,0-1 0,0-1 0,8-3 0,20-17 0,-22 15 0,0-1 0,1 2 0,0 0 0,0 0 0,30-9 0,-14 11 0,1 0 0,1 2 0,33 0 0,100 7 0,-61 0 0,862-1 0,-515-3 0,-445 2 0,0 0 0,0 0 0,0 1 0,0 0 0,0 0 0,0 0 0,-1 1 0,1 0 0,-1 1 0,0-1 0,0 1 0,8 7 0,-6-5 0,1 0 0,1 0 0,-1-1 0,1 0 0,12 4 0,247 74 0,-264-81 0,15 6 0,0-2 0,1 0 0,0-1 0,29 3 0,54 6 0,-66-7 0,58 2 0,109-10 0,-1192 1 0,956-3 0,0-1 0,0-1 0,1-1 0,-1-2 0,-42-17 0,-37-9 0,21 14 0,0 4 0,-1 4 0,-180 1 0,258 10 0,-1-1 0,1 0 0,0-1 0,0 0 0,0 0 0,0-2 0,1 1 0,0-1 0,-20-13 0,-31-12 0,-96-20 0,3 2 0,-212-82 0,335 121 0,-1 2 0,0 1 0,-63-3 0,-106 10 0,80 2 0,-1217-3 0,1297-2 0,-64-12 0,39 4 0,59 9 0,-1 0 0,1 0 0,0-1 0,0 0 0,0-1 0,0 0 0,1 0 0,-1-1 0,1 0 0,0 0 0,0-1 0,-12-10 0,14 10 0,0-1 0,0 0 0,1 0 0,0 0 0,0-1 0,1 1 0,0-1 0,0 0 0,0 0 0,1 0 0,0 0 0,0 0 0,1-1 0,-1-13 0,1 9 0,0-1 0,1 1 0,0-1 0,1 1 0,4-21 0,-4 28 0,1 0 0,0 0 0,0 0 0,0 1 0,1-1 0,-1 0 0,1 1 0,0 0 0,1 0 0,-1 0 0,1 0 0,0 0 0,-1 1 0,2-1 0,7-4 0,5-2 0,1 1 0,0 0 0,0 2 0,0 0 0,1 1 0,0 1 0,1 1 0,32-4 0,15 4 0,83 6 0,-64 0 0,31 1 0,223 34 0,-219-12 0,-1 5 0,219 87 0,17 4 0,-303-106 0,643 152 0,-638-158 0,250 51 0,-248-43 0,1-2 0,1-4 0,0-2 0,80 1 0,-106-10 0,1 1 0,-1 1 0,45 10 0,-30-5 0,1-1 0,0-4 0,74-4 0,-31 0 0,706 2 0,-783-2 0,0 0 0,0-1 0,0-1 0,-1-1 0,1-1 0,-1 0 0,-1-1 0,20-11 0,-9 5 0,50-16 0,-52 23 0,1 0 0,0 2 0,48-1 0,-73 5 0,1 0 0,0 0 0,0 0 0,0 0 0,0 0 0,-1 0 0,1 1 0,0-1 0,0 1 0,-1-1 0,1 1 0,0 0 0,1 1 0,-3-2 0,1 0 0,-1 1 0,1-1 0,-1 0 0,0 1 0,0-1 0,1 1 0,-1-1 0,0 1 0,0-1 0,1 1 0,-1-1 0,0 1 0,0-1 0,0 1 0,0-1 0,0 1 0,0-1 0,0 1 0,0-1 0,0 1 0,0-1 0,0 1 0,0 0 0,0-1 0,0 1 0,-1 0 0,0 2 0,0-1 0,-1 1 0,0-1 0,0 1 0,0-1 0,0 0 0,0 1 0,0-1 0,0 0 0,-1-1 0,1 1 0,-1 0 0,-3 1 0,-47 22 0,-1-2 0,-2-3 0,-97 22 0,128-37-1365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4:14:33.2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4:14:47.0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30 637 24575,'-3'-5'0,"0"-1"0,0 0 0,1 1 0,0-1 0,1 0 0,-1 0 0,1 0 0,0 0 0,1-1 0,-1 1 0,1-8 0,0-1 0,-3-142 0,2 280 0,3 100 0,-2-221 0,0 1 0,0-1 0,0 1 0,1-1 0,-1 0 0,1 1 0,-1-1 0,1 1 0,0-1 0,0 0 0,0 0 0,0 1 0,1-1 0,-1 0 0,0 0 0,1 0 0,0 0 0,-1-1 0,1 1 0,0 0 0,0-1 0,0 1 0,0-1 0,0 1 0,0-1 0,0 0 0,1 0 0,-1 0 0,0 0 0,1-1 0,-1 1 0,0 0 0,1-1 0,-1 0 0,1 0 0,-1 0 0,1 0 0,-1 0 0,1 0 0,-1 0 0,4-2 0,6 0 0,0-1 0,0 0 0,-1-1 0,1-1 0,-1 0 0,0 0 0,11-8 0,-9 5 0,0-1 0,-1 0 0,0 0 0,-1-2 0,0 1 0,0-1 0,-1-1 0,-1 0 0,0 0 0,13-23 0,-21 32 0,2 0 0,-1 0 0,0 0 0,1 0 0,-1 0 0,1 1 0,0-1 0,-1 1 0,2 0 0,-1 0 0,0 0 0,0 0 0,0 0 0,1 1 0,-1-1 0,1 1 0,-1 0 0,1 0 0,0 0 0,-1 1 0,1-1 0,0 1 0,0 0 0,-1 0 0,1 0 0,0 1 0,0-1 0,6 3 0,5 0 0,0 2 0,-1 0 0,0 0 0,0 1 0,25 16 0,205 155 0,-77-49 0,-116-98 0,-40-24 0,1 0 0,-2 0 0,1 1 0,-1 1 0,19 17 0,-29-25 0,0 0 0,0 0 0,0 0 0,1 0 0,-1 0 0,0 1 0,0-1 0,0 0 0,0 0 0,1 0 0,-1 0 0,0 1 0,0-1 0,0 0 0,0 0 0,0 0 0,0 1 0,0-1 0,0 0 0,1 0 0,-1 0 0,0 1 0,0-1 0,0 0 0,0 0 0,0 1 0,0-1 0,0 0 0,0 0 0,0 0 0,0 1 0,0-1 0,-1 0 0,1 0 0,0 1 0,0-1 0,0 0 0,0 0 0,0 0 0,0 1 0,0-1 0,-1 0 0,1 0 0,0 0 0,0 0 0,0 1 0,0-1 0,-1 0 0,1 0 0,-16 1 0,-18-7 0,-24-11 0,43 12 0,-1 0 0,1 1 0,-1 0 0,-25-2 0,-104 7 0,-15-1 0,153-1 0,1-1 0,-1 1 0,0-1 0,1 0 0,0-1 0,-1 1 0,1-1 0,0 0 0,0-1 0,0 0 0,1 0 0,-1 0 0,-6-7 0,-8-10 0,-34-42 0,32 36 0,-28-35 0,2-1 0,-65-117 0,109 248 0,5-66 0,-1 0 0,0 0 0,-1 0 0,1 0 0,0 0 0,-1 0 0,1 0 0,-1 0 0,1 0 0,-1 0 0,0-1 0,0 1 0,0 0 0,0 0 0,0-1 0,0 1 0,-1-1 0,1 1 0,0-1 0,-1 1 0,1-1 0,-1 0 0,0 1 0,1-1 0,-1 0 0,0 0 0,0-1 0,1 1 0,-1 0 0,0 0 0,0-1 0,0 1 0,0-1 0,0 0 0,0 0 0,0 1 0,-3-2 0,1 1 0,0-1 0,0 0 0,0 0 0,0 0 0,0-1 0,0 1 0,0-1 0,1 0 0,-1 0 0,0 0 0,1-1 0,0 1 0,0-1 0,0 0 0,0 0 0,0 0 0,-3-4 0,1-1 0,0-1 0,1 1 0,0-1 0,1 0 0,0 0 0,0 0 0,1-1 0,0 1 0,-1-19 0,2 12 0,1 0 0,0 0 0,2 0 0,-1 0 0,6-18 0,-5 28 0,0 0 0,0 0 0,1 0 0,0 1 0,0-1 0,1 1 0,-1 0 0,1 0 0,0 0 0,6-5 0,54-42 0,-20 21 0,2 3 0,1 1 0,1 3 0,2 2 0,62-20 0,-43 22 0,0 2 0,1 3 0,107-7 0,69 20 0,-245 2 0,0 0 0,-1 0 0,1 0 0,0 0 0,-1 0 0,1 1 0,0-1 0,-1 0 0,1 1 0,-1-1 0,1 0 0,0 1 0,-1-1 0,1 1 0,-1-1 0,1 0 0,-1 1 0,0 0 0,1-1 0,-1 1 0,1-1 0,-1 1 0,0-1 0,0 1 0,1 0 0,-1-1 0,0 1 0,0 0 0,0-1 0,1 1 0,-1 0 0,0-1 0,0 1 0,0 0 0,0-1 0,0 1 0,0 0 0,-1-1 0,1 1 0,0 0 0,0-1 0,0 1 0,-1 0 0,1-1 0,0 1 0,-1-1 0,1 1 0,-20 42 0,15-32 0,-52 94 0,-3-3 0,-101 128 0,153-219 0,2 1 0,0 0 0,0 0 0,1 0 0,1 1 0,-5 24 0,6-27 0,1 1 0,-1-1 0,0 0 0,-1 1 0,-1-1 0,1-1 0,-1 1 0,-1-1 0,-13 17 0,-37 27 0,47-47 0,10-12 0,15-16 0,-13 19 0,30-43 0,48-92 0,14-59 0,-76 157 0,-3-1 0,-11 28 0,0 0 0,1 0 0,0 1 0,11-17 0,-15 26 0,0 0 0,1 0 0,-1 0 0,1 1 0,0-1 0,0 1 0,0 0 0,0 0 0,0 0 0,0 0 0,1 0 0,-1 1 0,1-1 0,-1 1 0,1 0 0,-1 0 0,1 0 0,0 1 0,0-1 0,6 1 0,-8 0 0,0 0 0,0 0 0,0 0 0,0 1 0,0-1 0,0 1 0,0-1 0,0 1 0,0-1 0,0 1 0,0 0 0,0 0 0,-1 0 0,1 0 0,0 1 0,-1-1 0,1 0 0,0 1 0,-1-1 0,2 2 0,-1 0 0,-1 0 0,1 0 0,0 1 0,-1-1 0,0 0 0,0 0 0,0 1 0,0-1 0,-1 0 0,1 1 0,-1 3 0,0 2 0,0 0 0,-1 0 0,0-1 0,0 1 0,-1-1 0,0 1 0,0-1 0,-7 15 0,-1-9 0,0 1 0,-1-1 0,-1 0 0,0-1 0,-1-1 0,0 0 0,-29 20 0,2-1 0,30-23 0,0-1 0,-1 0 0,0 0 0,0-1 0,-1 0 0,-22 7 0,30-11 0,0-1 0,0 0 0,0 0 0,0 0 0,0 0 0,0-1 0,-1 0 0,1 0 0,0 0 0,0 0 0,0 0 0,0-1 0,0 0 0,0 0 0,0 0 0,0 0 0,0-1 0,0 0 0,0 0 0,1 0 0,-1 0 0,1 0 0,-1 0 0,-4-6 0,4 3 0,1 1 0,0-1 0,1 0 0,-1 0 0,1 0 0,0 0 0,0-1 0,1 1 0,-1-1 0,1 1 0,0-1 0,1 1 0,0-1 0,-1 1 0,2-1 0,-1 0 0,1 1 0,0-1 0,2-8 0,0 0 0,1 1 0,1-1 0,0 1 0,1 0 0,1 0 0,12-19 0,-4 13 0,1 0 0,1 1 0,1 1 0,0 0 0,1 2 0,1 0 0,1 1 0,0 1 0,0 1 0,46-18 0,-52 25 0,-1 1 0,1 1 0,0 1 0,0 0 0,21 1 0,74 7 0,-106-6 0,-1 0 0,0 0 0,0 1 0,0-1 0,0 1 0,0 0 0,0 0 0,0 0 0,0 0 0,0 1 0,0-1 0,-1 1 0,1 0 0,0 0 0,-1 0 0,0 0 0,1 0 0,-1 0 0,0 1 0,0-1 0,0 1 0,0-1 0,2 6 0,-1 0 0,-1 0 0,0 0 0,0 0 0,-1 0 0,0 0 0,-1 1 0,1-1 0,-2 10 0,-2 21 0,1-21 0,1 0 0,1-1 0,2 23 0,-2-36 0,1 0 0,0 0 0,0 0 0,0 0 0,0 0 0,1 0 0,0 0 0,-1 0 0,1 0 0,1-1 0,-1 1 0,0-1 0,1 1 0,0-1 0,0 0 0,0 0 0,0-1 0,6 5 0,10 7 0,0 2 0,0 0 0,-2 0 0,0 2 0,-1 0 0,-1 1 0,26 41 0,-36-51 0,-1-1 0,0 1 0,-1 0 0,5 18 0,-5-117 0,-4 34 0,1 33 0,-1 20 0,1 6 0,2 52 0,0-29 0,-2 0 0,-5 48 0,4-70 0,0 0 0,-1 0 0,1 0 0,-1 0 0,0 0 0,0 0 0,0 0 0,0-1 0,-1 1 0,0-1 0,1 1 0,-1-1 0,0 0 0,-5 3 0,7-5 0,-1 0 0,1 0 0,-1 0 0,1 0 0,-1 0 0,0 0 0,1-1 0,-1 1 0,0-1 0,0 1 0,0-1 0,1 1 0,-1-1 0,0 0 0,0 0 0,0 0 0,0 0 0,0 0 0,1-1 0,-1 1 0,0-1 0,0 1 0,0-1 0,1 1 0,-1-1 0,0 0 0,1 0 0,-1 0 0,1 0 0,-1 0 0,1 0 0,-1 0 0,1-1 0,0 1 0,-3-3 0,-7-10 0,1-1 0,0 0 0,1 0 0,1-1 0,-10-25 0,-26-89 0,42 125 0,-9-30 0,1 0 0,2-1 0,1-1 0,2 1 0,1-1 0,3-62 0,1 97 0,0 0 0,0 0 0,0 0 0,1 0 0,-1 1 0,1-1 0,0 0 0,-1 0 0,1 1 0,0-1 0,0 0 0,0 1 0,0-1 0,0 1 0,0-1 0,1 1 0,-1 0 0,0-1 0,1 1 0,-1 0 0,1 0 0,2-2 0,-3 3 0,1 0 0,-1 0 0,0-1 0,0 1 0,0 0 0,0 0 0,0 1 0,0-1 0,1 0 0,-1 0 0,0 0 0,0 1 0,0-1 0,0 0 0,0 1 0,0-1 0,0 1 0,0 0 0,0-1 0,0 1 0,0 0 0,0-1 0,-1 1 0,1 0 0,0 0 0,0 0 0,-1 0 0,1 0 0,0 0 0,-1 0 0,1 0 0,-1 0 0,0 0 0,1 0 0,-1 0 0,1 2 0,7 21 0,-2 0 0,0 0 0,-1 1 0,2 37 0,-6 103 0,-1-97 0,-1-58 0,1 0 0,-1 0 0,0 1 0,-1-1 0,0 0 0,-1 0 0,0-1 0,-1 1 0,0-1 0,-6 12 0,6-14 0,-1-1 0,1 0 0,-1 0 0,0 0 0,-1-1 0,1 0 0,-1 0 0,0 0 0,0 0 0,-1-1 0,0 0 0,1-1 0,-1 1 0,-9 2 0,-136 42 0,142-45 0,-1 1 0,-1-2 0,1 1 0,0-1 0,-1-1 0,1 0 0,0-1 0,-1 0 0,1-1 0,-13-2 0,24 3 0,-1 0 0,1 0 0,-1 0 0,1 0 0,-1 0 0,1 0 0,-1-1 0,1 1 0,-1 0 0,1-1 0,0 1 0,-1 0 0,1 0 0,-1-1 0,1 1 0,0-1 0,-1 1 0,1 0 0,0-1 0,-1 1 0,1-1 0,0 1 0,0-1 0,-1 1 0,1-1 0,0 1 0,0-1 0,0 1 0,0-2 0,8-14 0,27-18 0,-28 29 0,77-76 0,14-13 0,-80 83 0,-1 1 0,1 1 0,1 1 0,0 0 0,39-9 0,-47 14 0,20-6 0,2 2 0,-1 1 0,1 2 0,0 1 0,41 2 0,-61 1 0,-7 1 0,1-1 0,0 0 0,0-1 0,12-2 0,-17 2 0,1 1 0,-1-1 0,0 0 0,1 0 0,-1-1 0,0 1 0,0 0 0,0-1 0,0 0 0,0 1 0,-1-1 0,1 0 0,0 0 0,-1 0 0,1 0 0,-1 0 0,2-3 0,28-47 0,-21 37 0,0-1 0,-1 0 0,-1-1 0,0 0 0,6-24 0,-9 25 0,-1 0 0,-1-1 0,-1 0 0,0 1 0,-1-1 0,-1 0 0,-1 0 0,-2-20 0,3 36 0,-1 0 0,1 1 0,0-1 0,0 0 0,-1 0 0,1 0 0,0 0 0,-1 0 0,1 0 0,-1 0 0,1 1 0,-1-1 0,1 0 0,-1 0 0,0 1 0,1-1 0,-1 0 0,0 1 0,0-1 0,1 0 0,-1 1 0,0-1 0,0 1 0,0 0 0,0-1 0,0 1 0,1 0 0,-1-1 0,0 1 0,0 0 0,0 0 0,0 0 0,0 0 0,0 0 0,0 0 0,0 0 0,0 0 0,0 0 0,0 0 0,0 1 0,0-1 0,0 0 0,0 1 0,0-1 0,1 1 0,-1-1 0,0 1 0,0-1 0,0 1 0,1-1 0,-1 1 0,0 1 0,-4 1 0,0 1 0,1 0 0,-1 0 0,1 1 0,0-1 0,0 1 0,-3 6 0,-1 8 0,1-1 0,0 1 0,2 1 0,0-1 0,-4 38 0,5-29 0,0 10-107,1 1 0,4 45 0,-1-53-937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4:14:57.1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1 154 24575,'489'0'0,"-467"-1"0,-1-1 0,27-6 0,-26 4 0,42-3 0,18 8 0,-46 0 0,0-1 0,-1-2 0,39-6 0,87-18 0,-134 21 0,1 2 0,0 0 0,38 3 0,-37 1 0,0-2 0,0-1 0,29-6 0,-40 6 0,-1 0 0,28 0 0,-33 3 0,-1-1 0,0-1 0,0 1 0,0-2 0,0 0 0,0 0 0,-1-1 0,19-7 0,-17 5 0,0 0 0,0 1 0,0 0 0,1 1 0,-1 0 0,1 1 0,15-1 0,96 5 0,-56 0 0,-53-2 0,19 1 0,0-2 0,0-1 0,48-9 0,-42 5 0,0 2 0,0 1 0,72 5 0,-28 0 0,2004-2-1365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4:15:11.14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4:15:12.31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4:16:04.38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4:15:11.14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4:15:12.31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4:16:04.38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4:15:11.14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4:15:12.31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4:16:04.38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5:27:13.4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4:15:11.14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4:15:12.31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4:16:04.38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5:27:13.4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49BA4E-F268-4F30-82F0-508325850EF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65EB4A-24B2-4D60-9388-6348A8694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385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54ED5-1A38-9AB0-F0F2-38B4BCCFD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0EE7D6-4838-3848-925B-4CB6398A82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47BC9-BF77-1023-5C27-95D1E155A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09D28-735B-4E3B-81D6-260FB1E8E554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2537A-C67A-EB3A-4311-82CF982F3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1F8D0-FBEA-D69C-48EF-F71A58F10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893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9E25A-091B-2C07-7560-59D5E609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DCE07-843F-522E-CC2E-9EA878103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20DFB-3A41-D75C-BD6B-9B94582D2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9C04D-2976-4838-A1BA-C81943E03414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234DB-60D0-D477-4942-9496B726C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046CD-FDBF-8AC8-0F9E-3452E3580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119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A454C-3307-2E11-C7F4-0EAF8ED5E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77DE2-43CF-A3DF-E6CA-77D5EEDD7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A5870-7F04-3F5A-0AAF-AB5AD443A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BF562-6386-422D-9F39-CB6200F7C42A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5D381-FF90-D966-B532-CBF5171F1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7AA9B-2A62-3042-96E3-88945D009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883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D46D4-918B-BE6F-CA96-BB21E9EDF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EA540-6824-FF95-A340-5AA20BCF9C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235BE-ADAB-C52A-E89D-90FF58514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B03E8-ED54-349F-32B6-BC428D90E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352C2-98CE-4325-B44F-28C64DE5884D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79C74-4F6E-3393-B578-385E1C559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43E96-DAED-4A97-069E-7B2F50909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722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36411-1411-E9AA-CBCC-8A831A958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0576D-0D21-48B9-7A2A-211537D28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11CA7-6E0A-E430-D9E2-C201D9A8D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71AA04-7599-CD3A-398D-6D6E594F4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A822A4-4A21-7877-F8DB-353DE9C76B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A6E409-2189-F7D5-101E-004629A56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22E46-5C49-463D-AFBD-0F5CACEF2415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7FB153-1B6B-4CE5-34C0-D28033ABA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E263FE-05C5-7A17-BCCD-44E34B621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353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65786-8EB2-62F9-BED2-3CA583F0C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17380-AD19-5B6F-741E-887433AA0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D39A-0CBA-4D12-B39B-83D4EDF049AE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F5B77F-2704-F25A-BAF8-CAD913CEC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4AEB6F-308F-8446-A2BE-E988FB9A8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107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EA609B-B11C-2DC0-FA57-2BE5A603F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99F2D-0BC9-4CD0-A2C7-91FA72EC7C27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2DB3B8-0EFE-7C97-C24A-1D44ED4D1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459C0-A088-0A3E-60DB-7B849E3D3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65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EC6BA-3536-44E7-B569-43D3FE8F1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9B989-E68B-C09D-9BB3-F1AB7EB9B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7C27E-DB3C-317B-4B31-54BCDE359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1BA98-9782-E430-98A7-36835FB84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964DE-6EDF-440A-9685-6B578FF80F6E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14BD4-193F-CCA2-EF59-640CDBB3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478A0-87AE-1509-8280-CB4239037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532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60DFF-DBF6-0324-AFCD-6F4682B2C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FAB1B2-197C-2FBD-15F1-799538AFEA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8377E-602B-F161-A31D-DAC720E6C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EA19D-4106-1C0D-A81F-F31B74E9E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38618-3047-4098-BACF-C2E84B09892E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CE445E-0071-19BB-7B22-A730BCB13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23B28-1E4B-4B19-AB21-98C55B6C5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447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3841F-CFA6-64A0-1A15-4AA80C93A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4AB943-D7BC-810D-E1DF-86588A820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9BBB1-5DB2-B8B3-C2B4-6EA90068A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B659-3951-4EED-ACFD-B95E1FBD3AD4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AD37A-3AA5-1865-CF86-F3B165B01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4848C-8A6F-09B8-1608-753BF8583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89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0F8D5C-DA83-4698-0374-A6351D78C3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50AB3-F0B3-2359-D2BD-FD2D6E6E3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BEBF2-5A68-6075-34D2-41542ABA2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3F522-81F1-4353-8FA1-1A0E626F7E6D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8365B-65D1-19C3-0949-8CB863698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83F16-936C-D30F-2179-361818650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7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2048D6-5B0F-4978-5795-37DED9203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76C47-863F-FC58-2AA0-C4D36FDE7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61676-A515-2A71-F03B-7E7648B84E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AFDBD6-9093-487E-AF39-CDCEE67E5887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9368E-99D6-EBEA-D293-9F7B7E5401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5AB2B-44F4-E060-D816-0F186529F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C64AB-22F4-4490-B5DA-8E9F617F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5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6.png"/><Relationship Id="rId19" Type="http://schemas.openxmlformats.org/officeDocument/2006/relationships/customXml" Target="../ink/ink9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Layout" Target="../diagrams/layout1.xml"/><Relationship Id="rId7" Type="http://schemas.openxmlformats.org/officeDocument/2006/relationships/customXml" Target="../ink/ink12.xml"/><Relationship Id="rId12" Type="http://schemas.openxmlformats.org/officeDocument/2006/relationships/image" Target="../media/image1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customXml" Target="../ink/ink14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12.png"/><Relationship Id="rId4" Type="http://schemas.openxmlformats.org/officeDocument/2006/relationships/diagramQuickStyle" Target="../diagrams/quickStyle1.xml"/><Relationship Id="rId9" Type="http://schemas.openxmlformats.org/officeDocument/2006/relationships/customXml" Target="../ink/ink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diagramLayout" Target="../diagrams/layout2.xml"/><Relationship Id="rId7" Type="http://schemas.openxmlformats.org/officeDocument/2006/relationships/customXml" Target="../ink/ink15.xml"/><Relationship Id="rId12" Type="http://schemas.openxmlformats.org/officeDocument/2006/relationships/image" Target="../media/image1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openxmlformats.org/officeDocument/2006/relationships/customXml" Target="../ink/ink17.xml"/><Relationship Id="rId5" Type="http://schemas.openxmlformats.org/officeDocument/2006/relationships/diagramColors" Target="../diagrams/colors2.xml"/><Relationship Id="rId15" Type="http://schemas.openxmlformats.org/officeDocument/2006/relationships/image" Target="../media/image16.png"/><Relationship Id="rId10" Type="http://schemas.openxmlformats.org/officeDocument/2006/relationships/image" Target="../media/image12.png"/><Relationship Id="rId4" Type="http://schemas.openxmlformats.org/officeDocument/2006/relationships/diagramQuickStyle" Target="../diagrams/quickStyle2.xml"/><Relationship Id="rId9" Type="http://schemas.openxmlformats.org/officeDocument/2006/relationships/customXml" Target="../ink/ink16.xml"/><Relationship Id="rId14" Type="http://schemas.openxmlformats.org/officeDocument/2006/relationships/customXml" Target="../ink/ink1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22.xml"/><Relationship Id="rId18" Type="http://schemas.openxmlformats.org/officeDocument/2006/relationships/image" Target="../media/image20.png"/><Relationship Id="rId3" Type="http://schemas.openxmlformats.org/officeDocument/2006/relationships/diagramLayout" Target="../diagrams/layout3.xml"/><Relationship Id="rId7" Type="http://schemas.openxmlformats.org/officeDocument/2006/relationships/customXml" Target="../ink/ink19.xml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diagramData" Target="../diagrams/data3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openxmlformats.org/officeDocument/2006/relationships/customXml" Target="../ink/ink21.xml"/><Relationship Id="rId5" Type="http://schemas.openxmlformats.org/officeDocument/2006/relationships/diagramColors" Target="../diagrams/colors3.xml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diagramQuickStyle" Target="../diagrams/quickStyle3.xml"/><Relationship Id="rId9" Type="http://schemas.openxmlformats.org/officeDocument/2006/relationships/customXml" Target="../ink/ink20.xml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diagramLayout" Target="../diagrams/layout6.xml"/><Relationship Id="rId7" Type="http://schemas.openxmlformats.org/officeDocument/2006/relationships/image" Target="../media/image27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openxmlformats.org/officeDocument/2006/relationships/hyperlink" Target="https://www.mathsisfun.com/games/towerofhanoi.html" TargetMode="External"/><Relationship Id="rId5" Type="http://schemas.openxmlformats.org/officeDocument/2006/relationships/diagramColors" Target="../diagrams/colors6.xml"/><Relationship Id="rId10" Type="http://schemas.openxmlformats.org/officeDocument/2006/relationships/hyperlink" Target="file:///E:\CSE%202-1\Data%20Structure\Assignment\Tower_of_Hanoi\a.exe" TargetMode="External"/><Relationship Id="rId4" Type="http://schemas.openxmlformats.org/officeDocument/2006/relationships/diagramQuickStyle" Target="../diagrams/quickStyle6.xml"/><Relationship Id="rId9" Type="http://schemas.openxmlformats.org/officeDocument/2006/relationships/hyperlink" Target="file:///E:\CSE%202-1\Data%20Structure\Assignment\Tower%20of%20Hanoi\a.exe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file:///E:\CSE%202-1\Data%20Structure\Assignment\Tower_of_Hanoi\a.exe" TargetMode="External"/><Relationship Id="rId3" Type="http://schemas.openxmlformats.org/officeDocument/2006/relationships/diagramLayout" Target="../diagrams/layout24.xml"/><Relationship Id="rId7" Type="http://schemas.openxmlformats.org/officeDocument/2006/relationships/audio" Target="../media/audio1.wav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11" Type="http://schemas.openxmlformats.org/officeDocument/2006/relationships/image" Target="../media/image29.png"/><Relationship Id="rId5" Type="http://schemas.openxmlformats.org/officeDocument/2006/relationships/diagramColors" Target="../diagrams/colors24.xml"/><Relationship Id="rId10" Type="http://schemas.openxmlformats.org/officeDocument/2006/relationships/hyperlink" Target="https://www.mathsisfun.com/games/towerofhanoi.html" TargetMode="External"/><Relationship Id="rId4" Type="http://schemas.openxmlformats.org/officeDocument/2006/relationships/diagramQuickStyle" Target="../diagrams/quickStyle24.xml"/><Relationship Id="rId9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2C291-5E06-B6D8-738A-AC955A576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1381"/>
            <a:ext cx="9823554" cy="1116028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Tower of Hanoi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520E8-787E-EFAB-035A-99B50B61B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429000"/>
            <a:ext cx="11090032" cy="3200399"/>
          </a:xfrm>
          <a:ln>
            <a:noFill/>
          </a:ln>
        </p:spPr>
        <p:txBody>
          <a:bodyPr wrap="square" anchor="b" anchorCtr="1">
            <a:normAutofit/>
          </a:bodyPr>
          <a:lstStyle/>
          <a:p>
            <a:r>
              <a:rPr lang="en-US" u="sng" dirty="0">
                <a:ea typeface="ADLaM Display" panose="020F0502020204030204" pitchFamily="2" charset="0"/>
                <a:cs typeface="ADLaM Display" panose="020F0502020204030204" pitchFamily="2" charset="0"/>
              </a:rPr>
              <a:t>Prepared by :</a:t>
            </a:r>
          </a:p>
          <a:p>
            <a:r>
              <a:rPr lang="en-US" dirty="0">
                <a:effectLst/>
              </a:rPr>
              <a:t>Ridwan Mahfuz</a:t>
            </a:r>
          </a:p>
          <a:p>
            <a:r>
              <a:rPr lang="en-US" dirty="0">
                <a:effectLst/>
              </a:rPr>
              <a:t>ID:2411176144</a:t>
            </a:r>
          </a:p>
          <a:p>
            <a:r>
              <a:rPr lang="en-US" dirty="0">
                <a:effectLst/>
              </a:rPr>
              <a:t>Undergraduate student in Computer Science and Engineering</a:t>
            </a:r>
          </a:p>
          <a:p>
            <a:r>
              <a:rPr lang="en-US" dirty="0">
                <a:effectLst/>
              </a:rPr>
              <a:t> B.Sc. </a:t>
            </a:r>
            <a:r>
              <a:rPr lang="en-US" dirty="0" err="1">
                <a:effectLst/>
              </a:rPr>
              <a:t>Engg</a:t>
            </a:r>
            <a:r>
              <a:rPr lang="en-US" dirty="0">
                <a:effectLst/>
              </a:rPr>
              <a:t>. 2</a:t>
            </a:r>
            <a:r>
              <a:rPr lang="en-US" baseline="30000" dirty="0">
                <a:effectLst/>
              </a:rPr>
              <a:t>nd</a:t>
            </a:r>
            <a:r>
              <a:rPr lang="en-US" dirty="0">
                <a:effectLst/>
              </a:rPr>
              <a:t> year 1</a:t>
            </a:r>
            <a:r>
              <a:rPr lang="en-US" baseline="30000" dirty="0">
                <a:effectLst/>
              </a:rPr>
              <a:t>st</a:t>
            </a:r>
            <a:r>
              <a:rPr lang="en-US" dirty="0">
                <a:effectLst/>
              </a:rPr>
              <a:t> semester </a:t>
            </a:r>
          </a:p>
          <a:p>
            <a:r>
              <a:rPr lang="en-US" dirty="0">
                <a:effectLst/>
              </a:rPr>
              <a:t>University of </a:t>
            </a:r>
            <a:r>
              <a:rPr lang="en-US" dirty="0" err="1">
                <a:effectLst/>
              </a:rPr>
              <a:t>Rajshahi</a:t>
            </a:r>
            <a:endParaRPr lang="en-US" dirty="0">
              <a:effectLst/>
            </a:endParaRPr>
          </a:p>
        </p:txBody>
      </p:sp>
      <p:pic>
        <p:nvPicPr>
          <p:cNvPr id="10" name="Picture 9" descr="A logo of a book&#10;&#10;AI-generated content may be incorrect.">
            <a:extLst>
              <a:ext uri="{FF2B5EF4-FFF2-40B4-BE49-F238E27FC236}">
                <a16:creationId xmlns:a16="http://schemas.microsoft.com/office/drawing/2014/main" id="{E2B6A393-5B6E-3382-2C4F-426A53377C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4052" y="2399071"/>
            <a:ext cx="1258529" cy="12635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7FDD0B2-BB68-BDB6-1EB7-771161F9B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628354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E82FA-F78E-ED4D-20B6-A6133E303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33"/>
            <a:ext cx="12192000" cy="1690688"/>
          </a:xfrm>
          <a:solidFill>
            <a:srgbClr val="66CCFF">
              <a:alpha val="89804"/>
            </a:srgbClr>
          </a:solidFill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24210-804E-63C5-EDA3-5EDA01FA1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16060"/>
            <a:ext cx="11353800" cy="4351338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Tower of Hanoi</a:t>
            </a:r>
            <a:r>
              <a:rPr lang="en-US" dirty="0"/>
              <a:t> is a classic mathematical puzzle that involves </a:t>
            </a:r>
            <a:r>
              <a:rPr lang="en-US" b="1" dirty="0"/>
              <a:t>three </a:t>
            </a:r>
            <a:r>
              <a:rPr lang="en-US" b="1" dirty="0">
                <a:solidFill>
                  <a:srgbClr val="C00000"/>
                </a:solidFill>
              </a:rPr>
              <a:t>Rods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/>
              <a:t>a set of </a:t>
            </a:r>
            <a:r>
              <a:rPr lang="en-US" b="1" dirty="0">
                <a:solidFill>
                  <a:srgbClr val="C00000"/>
                </a:solidFill>
              </a:rPr>
              <a:t>Disks</a:t>
            </a:r>
            <a:r>
              <a:rPr lang="en-US" b="1" dirty="0"/>
              <a:t> of different sizes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u="sng" dirty="0"/>
              <a:t>Rules:</a:t>
            </a:r>
            <a:r>
              <a:rPr lang="en-US" dirty="0"/>
              <a:t>	</a:t>
            </a:r>
          </a:p>
          <a:p>
            <a:pPr marL="1371600" lvl="3" indent="0">
              <a:buNone/>
            </a:pPr>
            <a:r>
              <a:rPr lang="en-US" dirty="0"/>
              <a:t>1.Only one disk can be moved at a time.</a:t>
            </a:r>
          </a:p>
          <a:p>
            <a:pPr marL="1371600" lvl="3" indent="0" algn="just">
              <a:buNone/>
            </a:pPr>
            <a:r>
              <a:rPr lang="en-US" dirty="0"/>
              <a:t>2. A larger disk can never be placed on top of a smaller disk.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b="1" u="sng" dirty="0"/>
              <a:t>Goal:</a:t>
            </a:r>
            <a:r>
              <a:rPr lang="en-US" dirty="0"/>
              <a:t>  Move all disk from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source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destination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using </a:t>
            </a:r>
            <a:r>
              <a:rPr lang="en-US" b="1" dirty="0">
                <a:solidFill>
                  <a:srgbClr val="C00000"/>
                </a:solidFill>
              </a:rPr>
              <a:t>helper</a:t>
            </a:r>
            <a:r>
              <a:rPr lang="en-US" dirty="0"/>
              <a:t>.</a:t>
            </a:r>
          </a:p>
          <a:p>
            <a:pPr marL="1371600" lvl="3" indent="0" algn="just">
              <a:buNone/>
            </a:pP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A1B51F-EA74-0C5C-1B9D-4D26B4CCEB60}"/>
              </a:ext>
            </a:extLst>
          </p:cNvPr>
          <p:cNvCxnSpPr>
            <a:cxnSpLocks/>
          </p:cNvCxnSpPr>
          <p:nvPr/>
        </p:nvCxnSpPr>
        <p:spPr>
          <a:xfrm>
            <a:off x="0" y="1306286"/>
            <a:ext cx="292407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7" name="Picture 16" descr="A diagram of a pyramid&#10;&#10;AI-generated content may be incorrect.">
            <a:extLst>
              <a:ext uri="{FF2B5EF4-FFF2-40B4-BE49-F238E27FC236}">
                <a16:creationId xmlns:a16="http://schemas.microsoft.com/office/drawing/2014/main" id="{A41B1441-B48A-C6B6-A672-31C9AECDF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641" y="2539346"/>
            <a:ext cx="4711959" cy="23793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592CE3B-A4C7-7DE6-66DE-A5327348DD28}"/>
                  </a:ext>
                </a:extLst>
              </p14:cNvPr>
              <p14:cNvContentPartPr/>
              <p14:nvPr/>
            </p14:nvContentPartPr>
            <p14:xfrm>
              <a:off x="9234645" y="4580988"/>
              <a:ext cx="489240" cy="925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592CE3B-A4C7-7DE6-66DE-A5327348DD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25645" y="4571988"/>
                <a:ext cx="5068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516399C-92C4-9BC0-86A8-89CAFB595AAC}"/>
                  </a:ext>
                </a:extLst>
              </p14:cNvPr>
              <p14:cNvContentPartPr/>
              <p14:nvPr/>
            </p14:nvContentPartPr>
            <p14:xfrm>
              <a:off x="9359565" y="4654428"/>
              <a:ext cx="37728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516399C-92C4-9BC0-86A8-89CAFB595AA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96565" y="4591428"/>
                <a:ext cx="50292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D7AFBBD-00D7-9B05-AB5F-2127C73C0276}"/>
                  </a:ext>
                </a:extLst>
              </p14:cNvPr>
              <p14:cNvContentPartPr/>
              <p14:nvPr/>
            </p14:nvContentPartPr>
            <p14:xfrm>
              <a:off x="10027725" y="4642188"/>
              <a:ext cx="1618560" cy="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D7AFBBD-00D7-9B05-AB5F-2127C73C027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964725" y="4516188"/>
                <a:ext cx="17442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CE4F3DD-C0E3-2D2F-3257-99B26CDC3258}"/>
                  </a:ext>
                </a:extLst>
              </p14:cNvPr>
              <p14:cNvContentPartPr/>
              <p14:nvPr/>
            </p14:nvContentPartPr>
            <p14:xfrm>
              <a:off x="9173805" y="2933628"/>
              <a:ext cx="225000" cy="1735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CE4F3DD-C0E3-2D2F-3257-99B26CDC325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110805" y="2870988"/>
                <a:ext cx="35064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84BD4BA-7849-3A68-7094-72718A8E9823}"/>
                  </a:ext>
                </a:extLst>
              </p14:cNvPr>
              <p14:cNvContentPartPr/>
              <p14:nvPr/>
            </p14:nvContentPartPr>
            <p14:xfrm>
              <a:off x="9109725" y="2540148"/>
              <a:ext cx="2618280" cy="4071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84BD4BA-7849-3A68-7094-72718A8E982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047085" y="2477148"/>
                <a:ext cx="2743920" cy="53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A2BF5A7-034A-6568-1FFF-11564A4ABE80}"/>
                  </a:ext>
                </a:extLst>
              </p14:cNvPr>
              <p14:cNvContentPartPr/>
              <p14:nvPr/>
            </p14:nvContentPartPr>
            <p14:xfrm>
              <a:off x="10641165" y="2903748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A2BF5A7-034A-6568-1FFF-11564A4ABE8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578525" y="284110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114BA24-2AD9-E5C5-D9BE-B80398E2BDE5}"/>
                  </a:ext>
                </a:extLst>
              </p14:cNvPr>
              <p14:cNvContentPartPr/>
              <p14:nvPr/>
            </p14:nvContentPartPr>
            <p14:xfrm>
              <a:off x="12135660" y="2506380"/>
              <a:ext cx="621720" cy="3679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114BA24-2AD9-E5C5-D9BE-B80398E2BDE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073020" y="2443740"/>
                <a:ext cx="747360" cy="4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0838A47-2AE9-E20E-016A-3AFA880B6746}"/>
                  </a:ext>
                </a:extLst>
              </p14:cNvPr>
              <p14:cNvContentPartPr/>
              <p14:nvPr/>
            </p14:nvContentPartPr>
            <p14:xfrm>
              <a:off x="10058100" y="2908860"/>
              <a:ext cx="1616760" cy="554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0838A47-2AE9-E20E-016A-3AFA880B674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995460" y="2846220"/>
                <a:ext cx="174240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F461713-2317-4046-8985-C010CD2E70B2}"/>
                  </a:ext>
                </a:extLst>
              </p14:cNvPr>
              <p14:cNvContentPartPr/>
              <p14:nvPr/>
            </p14:nvContentPartPr>
            <p14:xfrm>
              <a:off x="9201728" y="4664511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F461713-2317-4046-8985-C010CD2E70B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192728" y="4610511"/>
                <a:ext cx="18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D13AFFB-638B-E18D-A008-22B3A898198A}"/>
                  </a:ext>
                </a:extLst>
              </p14:cNvPr>
              <p14:cNvContentPartPr/>
              <p14:nvPr/>
            </p14:nvContentPartPr>
            <p14:xfrm>
              <a:off x="9329168" y="4664511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D13AFFB-638B-E18D-A008-22B3A898198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320168" y="4610511"/>
                <a:ext cx="18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F91EFE1-30D3-0516-329C-794ADF0C78D2}"/>
                  </a:ext>
                </a:extLst>
              </p14:cNvPr>
              <p14:cNvContentPartPr/>
              <p14:nvPr/>
            </p14:nvContentPartPr>
            <p14:xfrm>
              <a:off x="8507288" y="3472191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F91EFE1-30D3-0516-329C-794ADF0C78D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498288" y="3418551"/>
                <a:ext cx="18000" cy="108000"/>
              </a:xfrm>
              <a:prstGeom prst="rect">
                <a:avLst/>
              </a:prstGeom>
            </p:spPr>
          </p:pic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6FD55520-362D-5B44-D1E0-F8AF8EFF913B}"/>
              </a:ext>
            </a:extLst>
          </p:cNvPr>
          <p:cNvSpPr txBox="1"/>
          <p:nvPr/>
        </p:nvSpPr>
        <p:spPr>
          <a:xfrm>
            <a:off x="9109725" y="4519527"/>
            <a:ext cx="2938249" cy="39912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1000" b="1" dirty="0">
                <a:solidFill>
                  <a:schemeClr val="accent1">
                    <a:lumMod val="50000"/>
                  </a:schemeClr>
                </a:solidFill>
              </a:rPr>
              <a:t>1.Source                    2.Helper           3.Destination</a:t>
            </a:r>
          </a:p>
        </p:txBody>
      </p:sp>
      <p:sp>
        <p:nvSpPr>
          <p:cNvPr id="45" name="Slide Number Placeholder 44">
            <a:extLst>
              <a:ext uri="{FF2B5EF4-FFF2-40B4-BE49-F238E27FC236}">
                <a16:creationId xmlns:a16="http://schemas.microsoft.com/office/drawing/2014/main" id="{3745E423-A0EC-FEBE-C1E3-741DA7798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13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D9061-BF46-EDC5-30F4-C5C15AB5C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11BCE-4F7A-71F9-9E26-E2393B8A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487527"/>
          </a:xfrm>
          <a:solidFill>
            <a:srgbClr val="66CCFF">
              <a:alpha val="89804"/>
            </a:srgbClr>
          </a:solidFill>
        </p:spPr>
        <p:txBody>
          <a:bodyPr/>
          <a:lstStyle/>
          <a:p>
            <a:r>
              <a:rPr lang="en-US" dirty="0"/>
              <a:t>Analyzing the problem: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639C81F6-1B57-CB93-D2D1-BB99EBFBF4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908742"/>
              </p:ext>
            </p:extLst>
          </p:nvPr>
        </p:nvGraphicFramePr>
        <p:xfrm>
          <a:off x="0" y="1750727"/>
          <a:ext cx="11353800" cy="4270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F599B1-D64B-F9D3-26F0-3B5E69E4E431}"/>
              </a:ext>
            </a:extLst>
          </p:cNvPr>
          <p:cNvCxnSpPr>
            <a:cxnSpLocks/>
          </p:cNvCxnSpPr>
          <p:nvPr/>
        </p:nvCxnSpPr>
        <p:spPr>
          <a:xfrm>
            <a:off x="0" y="1115367"/>
            <a:ext cx="52251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D3FDEDD-2AC2-1978-0E51-A160F385AFF8}"/>
                  </a:ext>
                </a:extLst>
              </p14:cNvPr>
              <p14:cNvContentPartPr/>
              <p14:nvPr/>
            </p14:nvContentPartPr>
            <p14:xfrm>
              <a:off x="9201728" y="4664511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D3FDEDD-2AC2-1978-0E51-A160F385AFF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92728" y="4610511"/>
                <a:ext cx="18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6621580-2FBD-ECB9-1542-7B8008E0AF6B}"/>
                  </a:ext>
                </a:extLst>
              </p14:cNvPr>
              <p14:cNvContentPartPr/>
              <p14:nvPr/>
            </p14:nvContentPartPr>
            <p14:xfrm>
              <a:off x="9329168" y="4664511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6621580-2FBD-ECB9-1542-7B8008E0AF6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320168" y="4610511"/>
                <a:ext cx="18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E45AEF3-857B-A5AB-1D2D-89E03B78ED46}"/>
                  </a:ext>
                </a:extLst>
              </p14:cNvPr>
              <p14:cNvContentPartPr/>
              <p14:nvPr/>
            </p14:nvContentPartPr>
            <p14:xfrm>
              <a:off x="8507288" y="3472191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E45AEF3-857B-A5AB-1D2D-89E03B78ED4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498288" y="3418191"/>
                <a:ext cx="18000" cy="1080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C7ABE6A-3E46-09B0-D847-9FFC4A0C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44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98AC9-4C45-C6B7-8325-9885B76C3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51363EC-17D8-9D2F-7530-51D83D9407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2498514"/>
              </p:ext>
            </p:extLst>
          </p:nvPr>
        </p:nvGraphicFramePr>
        <p:xfrm>
          <a:off x="-19878" y="1352518"/>
          <a:ext cx="12192000" cy="550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221A47D-4C8C-F536-ABE0-E9B2455B59EE}"/>
                  </a:ext>
                </a:extLst>
              </p14:cNvPr>
              <p14:cNvContentPartPr>
                <a14:cpLocks xmlns:a14="http://schemas.microsoft.com/office/drawing/2010/main"/>
              </p14:cNvContentPartPr>
              <p14:nvPr/>
            </p14:nvContentPartPr>
            <p14:xfrm>
              <a:off x="9201728" y="4664511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221A47D-4C8C-F536-ABE0-E9B2455B59EE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92728" y="4610511"/>
                <a:ext cx="18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D4992D5-C849-2906-C878-DB46F9DD92C6}"/>
                  </a:ext>
                </a:extLst>
              </p14:cNvPr>
              <p14:cNvContentPartPr>
                <a14:cpLocks xmlns:a14="http://schemas.microsoft.com/office/drawing/2010/main"/>
              </p14:cNvContentPartPr>
              <p14:nvPr/>
            </p14:nvContentPartPr>
            <p14:xfrm>
              <a:off x="9329168" y="4664511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D4992D5-C849-2906-C878-DB46F9DD92C6}"/>
                  </a:ext>
                </a:extLst>
              </p:cNvPr>
              <p:cNvPicPr>
                <a:picLocks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320168" y="4610511"/>
                <a:ext cx="18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41FE38F-6B2E-01AA-EF81-85BA1A5D149D}"/>
                  </a:ext>
                </a:extLst>
              </p14:cNvPr>
              <p14:cNvContentPartPr/>
              <p14:nvPr/>
            </p14:nvContentPartPr>
            <p14:xfrm>
              <a:off x="8507288" y="3472191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41FE38F-6B2E-01AA-EF81-85BA1A5D149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498288" y="3418191"/>
                <a:ext cx="18000" cy="108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3B77AB1F-9D5B-B496-6EF9-F2D00AA3B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52518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b="1" u="sng" dirty="0"/>
              <a:t>Case:1</a:t>
            </a:r>
          </a:p>
        </p:txBody>
      </p:sp>
      <p:sp>
        <p:nvSpPr>
          <p:cNvPr id="7" name="Minus Sign 6">
            <a:extLst>
              <a:ext uri="{FF2B5EF4-FFF2-40B4-BE49-F238E27FC236}">
                <a16:creationId xmlns:a16="http://schemas.microsoft.com/office/drawing/2014/main" id="{08D89D16-8D48-64FB-2E42-E2A5804D7804}"/>
              </a:ext>
            </a:extLst>
          </p:cNvPr>
          <p:cNvSpPr/>
          <p:nvPr/>
        </p:nvSpPr>
        <p:spPr>
          <a:xfrm>
            <a:off x="-208722" y="3042142"/>
            <a:ext cx="3409122" cy="208721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7D507D-79BA-3093-3355-BFB5C993129B}"/>
              </a:ext>
            </a:extLst>
          </p:cNvPr>
          <p:cNvSpPr/>
          <p:nvPr/>
        </p:nvSpPr>
        <p:spPr>
          <a:xfrm>
            <a:off x="412290" y="1712860"/>
            <a:ext cx="45719" cy="1352518"/>
          </a:xfrm>
          <a:prstGeom prst="rect">
            <a:avLst/>
          </a:prstGeom>
          <a:solidFill>
            <a:srgbClr val="8C7A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BB21F3-3C29-EC4F-FF97-7E38FDAC8516}"/>
              </a:ext>
            </a:extLst>
          </p:cNvPr>
          <p:cNvSpPr/>
          <p:nvPr/>
        </p:nvSpPr>
        <p:spPr>
          <a:xfrm>
            <a:off x="1450120" y="1736847"/>
            <a:ext cx="45719" cy="1352518"/>
          </a:xfrm>
          <a:prstGeom prst="rect">
            <a:avLst/>
          </a:prstGeom>
          <a:solidFill>
            <a:srgbClr val="8C7A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ircle: Hollow 12">
            <a:extLst>
              <a:ext uri="{FF2B5EF4-FFF2-40B4-BE49-F238E27FC236}">
                <a16:creationId xmlns:a16="http://schemas.microsoft.com/office/drawing/2014/main" id="{E161D41B-EDDE-6F8D-F157-9D94685DC497}"/>
              </a:ext>
            </a:extLst>
          </p:cNvPr>
          <p:cNvSpPr/>
          <p:nvPr/>
        </p:nvSpPr>
        <p:spPr>
          <a:xfrm>
            <a:off x="-32100" y="2879893"/>
            <a:ext cx="934497" cy="208721"/>
          </a:xfrm>
          <a:prstGeom prst="donut">
            <a:avLst>
              <a:gd name="adj" fmla="val 45153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27C5EE-95D3-6A76-0B3A-ADA3A3A1160D}"/>
              </a:ext>
            </a:extLst>
          </p:cNvPr>
          <p:cNvSpPr/>
          <p:nvPr/>
        </p:nvSpPr>
        <p:spPr>
          <a:xfrm>
            <a:off x="2629819" y="1736096"/>
            <a:ext cx="45719" cy="1352518"/>
          </a:xfrm>
          <a:prstGeom prst="rect">
            <a:avLst/>
          </a:prstGeom>
          <a:solidFill>
            <a:srgbClr val="8C7A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blue and gray lines&#10;&#10;AI-generated content may be incorrect.">
            <a:extLst>
              <a:ext uri="{FF2B5EF4-FFF2-40B4-BE49-F238E27FC236}">
                <a16:creationId xmlns:a16="http://schemas.microsoft.com/office/drawing/2014/main" id="{5E4767F5-6EFA-CD4B-7791-0504B611CBA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7614" y="1542566"/>
            <a:ext cx="3253046" cy="1857634"/>
          </a:xfrm>
          <a:prstGeom prst="rect">
            <a:avLst/>
          </a:prstGeom>
        </p:spPr>
      </p:pic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46023C39-5B91-04FD-71BA-AE5F4A2C8783}"/>
              </a:ext>
            </a:extLst>
          </p:cNvPr>
          <p:cNvSpPr/>
          <p:nvPr/>
        </p:nvSpPr>
        <p:spPr>
          <a:xfrm>
            <a:off x="10845375" y="2768337"/>
            <a:ext cx="934497" cy="208721"/>
          </a:xfrm>
          <a:prstGeom prst="donut">
            <a:avLst>
              <a:gd name="adj" fmla="val 45153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1A7B9D-8BD1-F4EA-A764-A5A6197CFE9E}"/>
              </a:ext>
            </a:extLst>
          </p:cNvPr>
          <p:cNvSpPr txBox="1"/>
          <p:nvPr/>
        </p:nvSpPr>
        <p:spPr>
          <a:xfrm>
            <a:off x="65255" y="3309942"/>
            <a:ext cx="3093389" cy="5414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100" b="1" dirty="0">
                <a:solidFill>
                  <a:schemeClr val="accent1">
                    <a:lumMod val="50000"/>
                  </a:schemeClr>
                </a:solidFill>
              </a:rPr>
              <a:t>1.Source                    2.Helper           3.Destination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1C262D-F233-43D1-D86B-55B88DB2075A}"/>
              </a:ext>
            </a:extLst>
          </p:cNvPr>
          <p:cNvSpPr txBox="1"/>
          <p:nvPr/>
        </p:nvSpPr>
        <p:spPr>
          <a:xfrm>
            <a:off x="8707614" y="3293141"/>
            <a:ext cx="3093389" cy="5414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100" b="1" dirty="0">
                <a:solidFill>
                  <a:schemeClr val="accent1">
                    <a:lumMod val="50000"/>
                  </a:schemeClr>
                </a:solidFill>
              </a:rPr>
              <a:t>1.Source                    2.Helper           3.Destination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7296D421-2639-848E-5178-CD7C1B0C6A42}"/>
              </a:ext>
            </a:extLst>
          </p:cNvPr>
          <p:cNvCxnSpPr>
            <a:cxnSpLocks/>
          </p:cNvCxnSpPr>
          <p:nvPr/>
        </p:nvCxnSpPr>
        <p:spPr>
          <a:xfrm flipV="1">
            <a:off x="470231" y="2113935"/>
            <a:ext cx="2159588" cy="30488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6C1CDED-08A5-8A22-F24A-074D51BA609E}"/>
                  </a:ext>
                </a:extLst>
              </p14:cNvPr>
              <p14:cNvContentPartPr/>
              <p14:nvPr/>
            </p14:nvContentPartPr>
            <p14:xfrm>
              <a:off x="4571787" y="3490068"/>
              <a:ext cx="3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6C1CDED-08A5-8A22-F24A-074D51BA609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563147" y="348142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4955B272-A8DF-4808-D221-B049E9F48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4</a:t>
            </a:fld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88EBE1-EF0E-025A-E78C-7D0B987A348D}"/>
              </a:ext>
            </a:extLst>
          </p:cNvPr>
          <p:cNvSpPr txBox="1"/>
          <p:nvPr/>
        </p:nvSpPr>
        <p:spPr>
          <a:xfrm>
            <a:off x="4571787" y="4395019"/>
            <a:ext cx="35491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1.Move S</a:t>
            </a:r>
            <a:r>
              <a:rPr lang="en-US" sz="4000" b="1" dirty="0">
                <a:solidFill>
                  <a:srgbClr val="C00000"/>
                </a:solidFill>
                <a:sym typeface="Wingdings" panose="05000000000000000000" pitchFamily="2" charset="2"/>
              </a:rPr>
              <a:t>D</a:t>
            </a:r>
            <a:endParaRPr lang="en-US" sz="4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1630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64F0F-5CF7-092D-6E8F-488B32946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9DDE6FA-C499-6B31-343A-1505F5E6F9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9997675"/>
              </p:ext>
            </p:extLst>
          </p:nvPr>
        </p:nvGraphicFramePr>
        <p:xfrm>
          <a:off x="-19878" y="953730"/>
          <a:ext cx="12192000" cy="59042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0D0FCEE-525E-70F6-4C90-060D659C171D}"/>
                  </a:ext>
                </a:extLst>
              </p14:cNvPr>
              <p14:cNvContentPartPr>
                <a14:cpLocks xmlns:a14="http://schemas.microsoft.com/office/drawing/2010/main"/>
              </p14:cNvContentPartPr>
              <p14:nvPr/>
            </p14:nvContentPartPr>
            <p14:xfrm>
              <a:off x="9201728" y="4664511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0D0FCEE-525E-70F6-4C90-060D659C171D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92728" y="4610511"/>
                <a:ext cx="18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D0ABB3C-9286-7495-D6DE-431191D5F527}"/>
                  </a:ext>
                </a:extLst>
              </p14:cNvPr>
              <p14:cNvContentPartPr>
                <a14:cpLocks xmlns:a14="http://schemas.microsoft.com/office/drawing/2010/main"/>
              </p14:cNvContentPartPr>
              <p14:nvPr/>
            </p14:nvContentPartPr>
            <p14:xfrm>
              <a:off x="9329168" y="4664511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D0ABB3C-9286-7495-D6DE-431191D5F527}"/>
                  </a:ext>
                </a:extLst>
              </p:cNvPr>
              <p:cNvPicPr>
                <a:picLocks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320168" y="4610511"/>
                <a:ext cx="18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E9EBF40-BDE4-9D68-9FF0-7BD0B6198D19}"/>
                  </a:ext>
                </a:extLst>
              </p14:cNvPr>
              <p14:cNvContentPartPr/>
              <p14:nvPr/>
            </p14:nvContentPartPr>
            <p14:xfrm>
              <a:off x="8507288" y="3472191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E9EBF40-BDE4-9D68-9FF0-7BD0B6198D1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498288" y="3418191"/>
                <a:ext cx="18000" cy="108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284AE5F0-6C22-EA01-3F1B-E70830D38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53728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b="1" u="sng" dirty="0"/>
              <a:t>Case:2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7DA3DF6-9AA5-6EBD-3523-C7FF12C4D756}"/>
                  </a:ext>
                </a:extLst>
              </p14:cNvPr>
              <p14:cNvContentPartPr/>
              <p14:nvPr/>
            </p14:nvContentPartPr>
            <p14:xfrm>
              <a:off x="4571787" y="3490068"/>
              <a:ext cx="3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7DA3DF6-9AA5-6EBD-3523-C7FF12C4D75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563147" y="348142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A5761155-38C5-45A6-97E1-60C34E14C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5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E829D8F-6FB3-7BEB-9523-69FD67AE780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953729"/>
            <a:ext cx="3159138" cy="1739837"/>
          </a:xfrm>
          <a:prstGeom prst="rect">
            <a:avLst/>
          </a:prstGeom>
        </p:spPr>
      </p:pic>
      <p:sp>
        <p:nvSpPr>
          <p:cNvPr id="24" name="Arrow: Right 23">
            <a:extLst>
              <a:ext uri="{FF2B5EF4-FFF2-40B4-BE49-F238E27FC236}">
                <a16:creationId xmlns:a16="http://schemas.microsoft.com/office/drawing/2014/main" id="{8911F4FE-4F53-4E69-F2AE-89718D625C91}"/>
              </a:ext>
            </a:extLst>
          </p:cNvPr>
          <p:cNvSpPr/>
          <p:nvPr/>
        </p:nvSpPr>
        <p:spPr>
          <a:xfrm>
            <a:off x="3387559" y="1946786"/>
            <a:ext cx="737419" cy="2064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F95CB07-1222-8496-0F93-2D26357641C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53399" y="922768"/>
            <a:ext cx="3049931" cy="177079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7AD5A57-375D-7B3F-B78C-3EB56450333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86419" y="1879322"/>
            <a:ext cx="804742" cy="34140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767F4C8-DA62-BAB4-21AB-3C831D93900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74251" y="953729"/>
            <a:ext cx="3797511" cy="177079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C39BC42-CEF8-85B6-19B2-E400CB843CC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034995" y="3912460"/>
            <a:ext cx="3686737" cy="2571479"/>
          </a:xfrm>
          <a:prstGeom prst="rect">
            <a:avLst/>
          </a:prstGeom>
        </p:spPr>
      </p:pic>
      <p:sp>
        <p:nvSpPr>
          <p:cNvPr id="39" name="Arrow: Bent 38">
            <a:extLst>
              <a:ext uri="{FF2B5EF4-FFF2-40B4-BE49-F238E27FC236}">
                <a16:creationId xmlns:a16="http://schemas.microsoft.com/office/drawing/2014/main" id="{3D4331A5-B4C4-8678-0813-4ED9F57C1938}"/>
              </a:ext>
            </a:extLst>
          </p:cNvPr>
          <p:cNvSpPr/>
          <p:nvPr/>
        </p:nvSpPr>
        <p:spPr>
          <a:xfrm rot="10800000">
            <a:off x="7848811" y="2852429"/>
            <a:ext cx="2159342" cy="2909274"/>
          </a:xfrm>
          <a:prstGeom prst="bentArrow">
            <a:avLst>
              <a:gd name="adj1" fmla="val 5208"/>
              <a:gd name="adj2" fmla="val 13436"/>
              <a:gd name="adj3" fmla="val 20622"/>
              <a:gd name="adj4" fmla="val 69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572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CDD4D-661E-24F5-3D57-2B38F1BDC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761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u="sng"/>
              <a:t>Case:3</a:t>
            </a:r>
            <a:endParaRPr lang="en-US" b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775C4-7038-DB9E-E673-5E19441E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B9F980-6C74-1720-D013-471CC1AA7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157" y="658761"/>
            <a:ext cx="9063613" cy="622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268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CAC9B-D424-C158-E2D7-12AD4A077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9791A-6C04-9019-500B-6AF705CB9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761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u="sng"/>
              <a:t>Case:3</a:t>
            </a:r>
            <a:endParaRPr lang="en-US" b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6C609-07D8-C6F0-297F-26582C8D0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7</a:t>
            </a:fld>
            <a:endParaRPr lang="en-US"/>
          </a:p>
        </p:txBody>
      </p:sp>
      <p:pic>
        <p:nvPicPr>
          <p:cNvPr id="6" name="Content Placeholder 5" descr="A diagram of a bar&#10;&#10;AI-generated content may be incorrect.">
            <a:extLst>
              <a:ext uri="{FF2B5EF4-FFF2-40B4-BE49-F238E27FC236}">
                <a16:creationId xmlns:a16="http://schemas.microsoft.com/office/drawing/2014/main" id="{A1542B13-8EF6-F15D-1389-34D7ADFF99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0812"/>
            <a:ext cx="5706271" cy="2924583"/>
          </a:xfrm>
        </p:spPr>
      </p:pic>
      <p:pic>
        <p:nvPicPr>
          <p:cNvPr id="8" name="Picture 7" descr="A diagram of balancing objects&#10;&#10;AI-generated content may be incorrect.">
            <a:extLst>
              <a:ext uri="{FF2B5EF4-FFF2-40B4-BE49-F238E27FC236}">
                <a16:creationId xmlns:a16="http://schemas.microsoft.com/office/drawing/2014/main" id="{BB758546-63FD-921D-E683-3E4E43717B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155" y="658761"/>
            <a:ext cx="5643715" cy="2924583"/>
          </a:xfrm>
          <a:prstGeom prst="rect">
            <a:avLst/>
          </a:prstGeom>
        </p:spPr>
      </p:pic>
      <p:pic>
        <p:nvPicPr>
          <p:cNvPr id="10" name="Picture 9" descr="A diagram of balancing objects&#10;&#10;AI-generated content may be incorrect.">
            <a:extLst>
              <a:ext uri="{FF2B5EF4-FFF2-40B4-BE49-F238E27FC236}">
                <a16:creationId xmlns:a16="http://schemas.microsoft.com/office/drawing/2014/main" id="{55B35071-A3A5-AD4D-C196-648F390E8B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11208"/>
            <a:ext cx="5725324" cy="28102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F4CC5A-C598-BC4F-1999-A1B5C48517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155" y="3911208"/>
            <a:ext cx="5643715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966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6303E2B-58E2-1093-08C4-C150FD031D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9601244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99059-48D4-4205-7F51-8FCBC142D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move </a:t>
            </a:r>
            <a:r>
              <a:rPr lang="en-US" b="1" dirty="0"/>
              <a:t>n disks from S → D </a:t>
            </a:r>
            <a:r>
              <a:rPr lang="en-US" dirty="0"/>
              <a:t>we can  divide this problem in three </a:t>
            </a:r>
            <a:r>
              <a:rPr lang="en-US" b="1" dirty="0">
                <a:solidFill>
                  <a:srgbClr val="C00000"/>
                </a:solidFill>
              </a:rPr>
              <a:t>subproblems</a:t>
            </a:r>
            <a:r>
              <a:rPr lang="en-US" dirty="0"/>
              <a:t>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 1. Move n−1 disks from S → H (</a:t>
            </a:r>
            <a:r>
              <a:rPr lang="en-US" b="1" dirty="0">
                <a:solidFill>
                  <a:srgbClr val="C00000"/>
                </a:solidFill>
              </a:rPr>
              <a:t>Source</a:t>
            </a:r>
            <a:r>
              <a:rPr lang="en-US" b="1" dirty="0"/>
              <a:t> to </a:t>
            </a:r>
            <a:r>
              <a:rPr lang="en-US" b="1" dirty="0">
                <a:solidFill>
                  <a:srgbClr val="C00000"/>
                </a:solidFill>
              </a:rPr>
              <a:t>Helper</a:t>
            </a:r>
            <a:r>
              <a:rPr lang="en-US" b="1" dirty="0"/>
              <a:t>).</a:t>
            </a:r>
          </a:p>
          <a:p>
            <a:pPr marL="0" indent="0">
              <a:buNone/>
            </a:pPr>
            <a:r>
              <a:rPr lang="en-US" b="1" dirty="0"/>
              <a:t> 2. Move disk n from S → D (</a:t>
            </a:r>
            <a:r>
              <a:rPr lang="en-US" b="1" dirty="0">
                <a:solidFill>
                  <a:srgbClr val="C00000"/>
                </a:solidFill>
              </a:rPr>
              <a:t>Source</a:t>
            </a:r>
            <a:r>
              <a:rPr lang="en-US" b="1" dirty="0"/>
              <a:t> to </a:t>
            </a:r>
            <a:r>
              <a:rPr lang="en-US" b="1" dirty="0">
                <a:solidFill>
                  <a:srgbClr val="C00000"/>
                </a:solidFill>
              </a:rPr>
              <a:t>Destination</a:t>
            </a:r>
            <a:r>
              <a:rPr lang="en-US" b="1" dirty="0"/>
              <a:t>).</a:t>
            </a:r>
          </a:p>
          <a:p>
            <a:pPr marL="0" indent="0">
              <a:buNone/>
            </a:pPr>
            <a:r>
              <a:rPr lang="en-US" b="1" dirty="0"/>
              <a:t> 3. Move n−1 disks from H → D (</a:t>
            </a:r>
            <a:r>
              <a:rPr lang="en-US" b="1" dirty="0">
                <a:solidFill>
                  <a:srgbClr val="C00000"/>
                </a:solidFill>
              </a:rPr>
              <a:t>Helper</a:t>
            </a:r>
            <a:r>
              <a:rPr lang="en-US" b="1" dirty="0"/>
              <a:t> to </a:t>
            </a:r>
            <a:r>
              <a:rPr lang="en-US" b="1" dirty="0">
                <a:solidFill>
                  <a:srgbClr val="C00000"/>
                </a:solidFill>
              </a:rPr>
              <a:t>Destination</a:t>
            </a:r>
            <a:r>
              <a:rPr lang="en-US" b="1" dirty="0"/>
              <a:t>).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519AE-CEC3-F80E-663F-FB4D8A61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025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553D0-06C6-E656-60EF-7893AEE32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9A3C814-D834-F3ED-A009-E285C72FF3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4394981"/>
              </p:ext>
            </p:extLst>
          </p:nvPr>
        </p:nvGraphicFramePr>
        <p:xfrm>
          <a:off x="838200" y="136526"/>
          <a:ext cx="10515600" cy="1210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8A702-6C6C-FAE3-C298-8CEEEF78C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5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TOH(N,Source,Helper,Destination)</a:t>
            </a:r>
          </a:p>
          <a:p>
            <a:pPr marL="514350" indent="-514350">
              <a:buAutoNum type="arabicPeriod"/>
            </a:pPr>
            <a:r>
              <a:rPr lang="en-US" dirty="0"/>
              <a:t>If N=1, then:</a:t>
            </a:r>
          </a:p>
          <a:p>
            <a:pPr marL="914400" lvl="1" indent="-457200">
              <a:buAutoNum type="alphaLcPeriod"/>
            </a:pPr>
            <a:r>
              <a:rPr lang="en-US" dirty="0"/>
              <a:t>Print: S </a:t>
            </a:r>
            <a:r>
              <a:rPr lang="en-US" dirty="0">
                <a:sym typeface="Wingdings" panose="05000000000000000000" pitchFamily="2" charset="2"/>
              </a:rPr>
              <a:t> D</a:t>
            </a:r>
          </a:p>
          <a:p>
            <a:pPr marL="914400" lvl="1" indent="-457200">
              <a:buAutoNum type="alphaLcPeriod"/>
            </a:pPr>
            <a:r>
              <a:rPr lang="en-US" dirty="0">
                <a:sym typeface="Wingdings" panose="05000000000000000000" pitchFamily="2" charset="2"/>
              </a:rPr>
              <a:t>Return.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Call TOH(N-1,Source,Destination,Helper)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	(</a:t>
            </a:r>
            <a:r>
              <a:rPr lang="en-US" b="1" dirty="0"/>
              <a:t>Move n−1 disks from S → H 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Print: S  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Call TOH(N-1,Source,Destination,Helper)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	(</a:t>
            </a:r>
            <a:r>
              <a:rPr lang="en-US" b="1" dirty="0"/>
              <a:t>Move n−1 disks from H → D 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Return</a:t>
            </a:r>
            <a:r>
              <a:rPr lang="en-US" b="1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3A1C8-A149-22E1-1175-A6E678CC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06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A1C6A-4F9D-5E35-3B82-B56A21AF5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2865EB2-3758-F29F-8B90-A6748BB003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6235209"/>
              </p:ext>
            </p:extLst>
          </p:nvPr>
        </p:nvGraphicFramePr>
        <p:xfrm>
          <a:off x="838200" y="136526"/>
          <a:ext cx="10515600" cy="9375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2FB68FC-7F6C-5A1A-6E63-0A783736EA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167459" y="1074737"/>
            <a:ext cx="6272671" cy="564673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6C619-6F87-1F24-0C98-CB4BAA2E3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10</a:t>
            </a:fld>
            <a:endParaRPr lang="en-US" dirty="0"/>
          </a:p>
        </p:txBody>
      </p:sp>
      <p:sp>
        <p:nvSpPr>
          <p:cNvPr id="2" name="Rectangle 1">
            <a:hlinkClick r:id="rId9" action="ppaction://program">
              <a:snd r:embed="rId8" name="click.wav"/>
            </a:hlinkClick>
            <a:extLst>
              <a:ext uri="{FF2B5EF4-FFF2-40B4-BE49-F238E27FC236}">
                <a16:creationId xmlns:a16="http://schemas.microsoft.com/office/drawing/2014/main" id="{9DE415CE-CFE6-DC99-94BD-3DACED0BC29B}"/>
              </a:ext>
            </a:extLst>
          </p:cNvPr>
          <p:cNvSpPr/>
          <p:nvPr/>
        </p:nvSpPr>
        <p:spPr>
          <a:xfrm>
            <a:off x="5525730" y="6249526"/>
            <a:ext cx="914400" cy="471948"/>
          </a:xfrm>
          <a:prstGeom prst="rect">
            <a:avLst/>
          </a:prstGeom>
          <a:solidFill>
            <a:srgbClr val="BC44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>
                  <a:solidFill>
                    <a:srgbClr val="00B0F0"/>
                  </a:solidFill>
                </a:ln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hlinkClick r:id="rId10" action="ppaction://program">
                  <a:snd r:embed="rId8" name="click.wav"/>
                </a:hlinkClick>
              </a:rPr>
              <a:t>Run</a:t>
            </a:r>
            <a:endParaRPr lang="en-US" dirty="0">
              <a:ln w="0">
                <a:solidFill>
                  <a:srgbClr val="00B0F0"/>
                </a:solidFill>
              </a:ln>
              <a:solidFill>
                <a:schemeClr val="accent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589BDC69-1E71-71D5-412C-417767638746}"/>
              </a:ext>
            </a:extLst>
          </p:cNvPr>
          <p:cNvSpPr/>
          <p:nvPr/>
        </p:nvSpPr>
        <p:spPr>
          <a:xfrm>
            <a:off x="9780638" y="6249526"/>
            <a:ext cx="727588" cy="378746"/>
          </a:xfrm>
          <a:prstGeom prst="flowChartProcess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11">
                  <a:snd r:embed="rId8" name="click.wav"/>
                </a:hlinkClick>
              </a:rPr>
              <a:t>Play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75E130-C03F-96F3-C02C-FF1EBB2D78AD}"/>
              </a:ext>
            </a:extLst>
          </p:cNvPr>
          <p:cNvSpPr txBox="1"/>
          <p:nvPr/>
        </p:nvSpPr>
        <p:spPr>
          <a:xfrm>
            <a:off x="7737987" y="1573160"/>
            <a:ext cx="4011562" cy="432619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800" dirty="0">
                <a:solidFill>
                  <a:srgbClr val="FF6600"/>
                </a:solidFill>
              </a:rPr>
              <a:t>TOH(n, S, H, D):</a:t>
            </a:r>
          </a:p>
          <a:p>
            <a:endParaRPr lang="pt-BR" sz="2800" dirty="0">
              <a:solidFill>
                <a:srgbClr val="FF6600"/>
              </a:solidFill>
            </a:endParaRPr>
          </a:p>
          <a:p>
            <a:r>
              <a:rPr lang="pt-BR" sz="2800" dirty="0">
                <a:solidFill>
                  <a:srgbClr val="FF6600"/>
                </a:solidFill>
              </a:rPr>
              <a:t>    if n == 1:</a:t>
            </a:r>
          </a:p>
          <a:p>
            <a:r>
              <a:rPr lang="pt-BR" sz="2800" dirty="0">
                <a:solidFill>
                  <a:srgbClr val="FF6600"/>
                </a:solidFill>
              </a:rPr>
              <a:t>        print S → D</a:t>
            </a:r>
          </a:p>
          <a:p>
            <a:endParaRPr lang="pt-BR" sz="2800" dirty="0">
              <a:solidFill>
                <a:srgbClr val="FF6600"/>
              </a:solidFill>
            </a:endParaRPr>
          </a:p>
          <a:p>
            <a:r>
              <a:rPr lang="pt-BR" sz="2800" dirty="0">
                <a:solidFill>
                  <a:srgbClr val="FF6600"/>
                </a:solidFill>
              </a:rPr>
              <a:t>    else:</a:t>
            </a:r>
          </a:p>
          <a:p>
            <a:r>
              <a:rPr lang="pt-BR" sz="2800" dirty="0">
                <a:solidFill>
                  <a:srgbClr val="FF6600"/>
                </a:solidFill>
              </a:rPr>
              <a:t>        TOH(n-1, S, D, H)</a:t>
            </a:r>
          </a:p>
          <a:p>
            <a:r>
              <a:rPr lang="pt-BR" sz="2800" dirty="0">
                <a:solidFill>
                  <a:srgbClr val="FF6600"/>
                </a:solidFill>
              </a:rPr>
              <a:t>        print S → D</a:t>
            </a:r>
          </a:p>
          <a:p>
            <a:r>
              <a:rPr lang="pt-BR" sz="2800" dirty="0">
                <a:solidFill>
                  <a:srgbClr val="FF6600"/>
                </a:solidFill>
              </a:rPr>
              <a:t>        TOH(n-1, H, S , D)</a:t>
            </a:r>
          </a:p>
        </p:txBody>
      </p:sp>
    </p:spTree>
    <p:extLst>
      <p:ext uri="{BB962C8B-B14F-4D97-AF65-F5344CB8AC3E}">
        <p14:creationId xmlns:p14="http://schemas.microsoft.com/office/powerpoint/2010/main" val="975109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ED904-ADD1-F1A7-0218-403ED50EF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B78CD34-EF18-0279-780F-13C13CB781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7482933"/>
              </p:ext>
            </p:extLst>
          </p:nvPr>
        </p:nvGraphicFramePr>
        <p:xfrm>
          <a:off x="838200" y="1"/>
          <a:ext cx="10515600" cy="796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76F29-F5AB-5A47-90E4-2B8107D0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11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17DBBCF-F6F1-0CCB-85F3-F7C0F172B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796414"/>
            <a:ext cx="12054348" cy="60615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N=3</a:t>
            </a:r>
          </a:p>
          <a:p>
            <a:pPr marL="0" indent="0">
              <a:buNone/>
            </a:pPr>
            <a:r>
              <a:rPr lang="en-US" sz="2400" dirty="0"/>
              <a:t>TOH(3,S,H,D)</a:t>
            </a:r>
          </a:p>
          <a:p>
            <a:pPr marL="0" indent="0">
              <a:buNone/>
            </a:pPr>
            <a:r>
              <a:rPr lang="en-US" sz="2400" dirty="0"/>
              <a:t>	TOH(2,S,D,H)</a:t>
            </a:r>
          </a:p>
          <a:p>
            <a:pPr marL="0" indent="0">
              <a:buNone/>
            </a:pPr>
            <a:r>
              <a:rPr lang="en-US" sz="2400" dirty="0"/>
              <a:t>	S </a:t>
            </a:r>
            <a:r>
              <a:rPr lang="en-US" sz="2400" dirty="0">
                <a:sym typeface="Wingdings" panose="05000000000000000000" pitchFamily="2" charset="2"/>
              </a:rPr>
              <a:t> D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TOH(2,S,D,H)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TOH(1,S,H,D)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S  H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TOH(1,D,S,H)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TOH(1,H,D,S)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H  D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TOH(1,S,H,D)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22266-69DF-1928-4B4C-4ADA3FED2411}"/>
              </a:ext>
            </a:extLst>
          </p:cNvPr>
          <p:cNvSpPr txBox="1"/>
          <p:nvPr/>
        </p:nvSpPr>
        <p:spPr>
          <a:xfrm>
            <a:off x="5335230" y="1166510"/>
            <a:ext cx="3419169" cy="3379517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pt-BR" sz="2400" dirty="0">
                <a:solidFill>
                  <a:srgbClr val="FF6600"/>
                </a:solidFill>
              </a:rPr>
              <a:t>TOH(n, S, H, D):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if n == 1: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else: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S, D, H)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H, S , D)</a:t>
            </a:r>
          </a:p>
        </p:txBody>
      </p:sp>
    </p:spTree>
    <p:extLst>
      <p:ext uri="{BB962C8B-B14F-4D97-AF65-F5344CB8AC3E}">
        <p14:creationId xmlns:p14="http://schemas.microsoft.com/office/powerpoint/2010/main" val="3041562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wipe dir="r"/>
      </p:transition>
    </mc:Choice>
    <mc:Fallback xmlns="">
      <p:transition>
        <p:wipe dir="r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1EC57-E0E8-B86C-E224-7E343B19C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530BE0A-BEB4-1329-E507-A2FB86D4A6A4}"/>
              </a:ext>
            </a:extLst>
          </p:cNvPr>
          <p:cNvGraphicFramePr/>
          <p:nvPr/>
        </p:nvGraphicFramePr>
        <p:xfrm>
          <a:off x="838200" y="1"/>
          <a:ext cx="10515600" cy="796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601E5-4C1D-904A-3F1E-E1DCB4FB9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12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3A00DD-47EF-AF53-C6B1-A2F79D848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796414"/>
            <a:ext cx="12054348" cy="60615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N=3</a:t>
            </a:r>
          </a:p>
          <a:p>
            <a:pPr marL="0" indent="0">
              <a:buNone/>
            </a:pPr>
            <a:r>
              <a:rPr lang="en-US" sz="2400" dirty="0"/>
              <a:t>TOH(3,S,H,D)</a:t>
            </a:r>
          </a:p>
          <a:p>
            <a:pPr marL="0" indent="0">
              <a:buNone/>
            </a:pPr>
            <a:r>
              <a:rPr lang="en-US" sz="2400" dirty="0"/>
              <a:t>	TOH(2,S,D,H)</a:t>
            </a:r>
          </a:p>
          <a:p>
            <a:pPr marL="0" indent="0">
              <a:buNone/>
            </a:pPr>
            <a:r>
              <a:rPr lang="en-US" sz="2400" dirty="0"/>
              <a:t>	S </a:t>
            </a:r>
            <a:r>
              <a:rPr lang="en-US" sz="2400" dirty="0">
                <a:sym typeface="Wingdings" panose="05000000000000000000" pitchFamily="2" charset="2"/>
              </a:rPr>
              <a:t> D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TOH(2,S,D,H)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TOH(1,S,H,D)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85B62D-BAC9-4E97-8417-D13CFCEEA966}"/>
              </a:ext>
            </a:extLst>
          </p:cNvPr>
          <p:cNvSpPr txBox="1"/>
          <p:nvPr/>
        </p:nvSpPr>
        <p:spPr>
          <a:xfrm>
            <a:off x="5335230" y="1166510"/>
            <a:ext cx="3419169" cy="3379517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pt-BR" sz="2400" dirty="0">
                <a:solidFill>
                  <a:srgbClr val="FF6600"/>
                </a:solidFill>
              </a:rPr>
              <a:t>TOH(n, S, H, D):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if n == 1: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else: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S, D, H)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H, S , D)</a:t>
            </a:r>
          </a:p>
        </p:txBody>
      </p:sp>
    </p:spTree>
    <p:extLst>
      <p:ext uri="{BB962C8B-B14F-4D97-AF65-F5344CB8AC3E}">
        <p14:creationId xmlns:p14="http://schemas.microsoft.com/office/powerpoint/2010/main" val="189962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wipe dir="r"/>
      </p:transition>
    </mc:Choice>
    <mc:Fallback xmlns="">
      <p:transition>
        <p:wipe dir="r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14B9C-8553-EC7E-3679-24967FA5D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A9198DC-0ACD-D98C-940C-9FEA772AC7AE}"/>
              </a:ext>
            </a:extLst>
          </p:cNvPr>
          <p:cNvGraphicFramePr/>
          <p:nvPr/>
        </p:nvGraphicFramePr>
        <p:xfrm>
          <a:off x="838200" y="1"/>
          <a:ext cx="10515600" cy="796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00FEA-30C7-BEA2-F862-83968DA66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13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B87B48F-A277-8589-7A42-CC2066A07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796414"/>
            <a:ext cx="12054348" cy="60615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N=3</a:t>
            </a:r>
          </a:p>
          <a:p>
            <a:pPr marL="0" indent="0">
              <a:buNone/>
            </a:pPr>
            <a:r>
              <a:rPr lang="en-US" sz="2400" dirty="0"/>
              <a:t>TOH(3,S,H,D)</a:t>
            </a:r>
          </a:p>
          <a:p>
            <a:pPr marL="0" indent="0">
              <a:buNone/>
            </a:pPr>
            <a:r>
              <a:rPr lang="en-US" sz="2400" dirty="0"/>
              <a:t>	TOH(2,S,D,H)</a:t>
            </a:r>
          </a:p>
          <a:p>
            <a:pPr marL="0" indent="0">
              <a:buNone/>
            </a:pPr>
            <a:r>
              <a:rPr lang="en-US" sz="2400" dirty="0"/>
              <a:t>	S </a:t>
            </a:r>
            <a:r>
              <a:rPr lang="en-US" sz="2400" dirty="0">
                <a:sym typeface="Wingdings" panose="05000000000000000000" pitchFamily="2" charset="2"/>
              </a:rPr>
              <a:t> D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TOH(2,S,D,H)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TOH(1,S,H,D)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(1)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961937-AF85-6A94-B6BB-E1C887ED88B1}"/>
              </a:ext>
            </a:extLst>
          </p:cNvPr>
          <p:cNvSpPr txBox="1"/>
          <p:nvPr/>
        </p:nvSpPr>
        <p:spPr>
          <a:xfrm>
            <a:off x="5335230" y="1166510"/>
            <a:ext cx="3419169" cy="3379517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pt-BR" sz="2400" dirty="0">
                <a:solidFill>
                  <a:srgbClr val="FF6600"/>
                </a:solidFill>
              </a:rPr>
              <a:t>TOH(n, S, H, D):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if n == 1: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else: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S, D, H)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H, S , D)</a:t>
            </a:r>
          </a:p>
        </p:txBody>
      </p:sp>
    </p:spTree>
    <p:extLst>
      <p:ext uri="{BB962C8B-B14F-4D97-AF65-F5344CB8AC3E}">
        <p14:creationId xmlns:p14="http://schemas.microsoft.com/office/powerpoint/2010/main" val="336447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wipe dir="r"/>
      </p:transition>
    </mc:Choice>
    <mc:Fallback xmlns="">
      <p:transition>
        <p:wipe dir="r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C2DAB-4680-83A4-9DE2-2E736B74F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EADFD0D-9BA7-18CC-4B49-2F612B3FFD20}"/>
              </a:ext>
            </a:extLst>
          </p:cNvPr>
          <p:cNvGraphicFramePr/>
          <p:nvPr/>
        </p:nvGraphicFramePr>
        <p:xfrm>
          <a:off x="838200" y="1"/>
          <a:ext cx="10515600" cy="796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2B932-0A6C-8C2B-B513-05A5CFB45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14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BDA6277-328D-8092-43CC-7598ED8D0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796414"/>
            <a:ext cx="12054348" cy="60615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N=3</a:t>
            </a:r>
          </a:p>
          <a:p>
            <a:pPr marL="0" indent="0">
              <a:buNone/>
            </a:pPr>
            <a:r>
              <a:rPr lang="en-US" sz="2400" dirty="0"/>
              <a:t>TOH(3,S,H,D)</a:t>
            </a:r>
          </a:p>
          <a:p>
            <a:pPr marL="0" indent="0">
              <a:buNone/>
            </a:pPr>
            <a:r>
              <a:rPr lang="en-US" sz="2400" dirty="0"/>
              <a:t>	TOH(2,S,D,H)</a:t>
            </a:r>
          </a:p>
          <a:p>
            <a:pPr marL="0" indent="0">
              <a:buNone/>
            </a:pPr>
            <a:r>
              <a:rPr lang="en-US" sz="2400" dirty="0"/>
              <a:t>	S </a:t>
            </a:r>
            <a:r>
              <a:rPr lang="en-US" sz="2400" dirty="0">
                <a:sym typeface="Wingdings" panose="05000000000000000000" pitchFamily="2" charset="2"/>
              </a:rPr>
              <a:t> D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TOH(2,S,D,H)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TOH(1,S,H,D)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(1) 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S  H	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BDCB6A-3AB1-5984-BBCF-60AB2F476A37}"/>
              </a:ext>
            </a:extLst>
          </p:cNvPr>
          <p:cNvSpPr txBox="1"/>
          <p:nvPr/>
        </p:nvSpPr>
        <p:spPr>
          <a:xfrm>
            <a:off x="5335230" y="1166510"/>
            <a:ext cx="3419169" cy="3379517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pt-BR" sz="2400" dirty="0">
                <a:solidFill>
                  <a:srgbClr val="FF6600"/>
                </a:solidFill>
              </a:rPr>
              <a:t>TOH(n, S, H, D):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if n == 1: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else: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S, D, H)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H, S , D)</a:t>
            </a:r>
          </a:p>
        </p:txBody>
      </p:sp>
    </p:spTree>
    <p:extLst>
      <p:ext uri="{BB962C8B-B14F-4D97-AF65-F5344CB8AC3E}">
        <p14:creationId xmlns:p14="http://schemas.microsoft.com/office/powerpoint/2010/main" val="637645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wipe dir="r"/>
      </p:transition>
    </mc:Choice>
    <mc:Fallback xmlns="">
      <p:transition>
        <p:wipe dir="r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FFAFC-CF0C-FABE-5065-6CC9B3E68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33F4780-53BD-F882-C381-C68E02B0CDA6}"/>
              </a:ext>
            </a:extLst>
          </p:cNvPr>
          <p:cNvGraphicFramePr/>
          <p:nvPr/>
        </p:nvGraphicFramePr>
        <p:xfrm>
          <a:off x="838200" y="1"/>
          <a:ext cx="10515600" cy="796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F3431-5352-F6E2-A33F-E5E6C93CE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15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40202E5-8C98-DF93-0C0E-384234171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796414"/>
            <a:ext cx="12054348" cy="60615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N=3</a:t>
            </a:r>
          </a:p>
          <a:p>
            <a:pPr marL="0" indent="0">
              <a:buNone/>
            </a:pPr>
            <a:r>
              <a:rPr lang="en-US" sz="2400" dirty="0"/>
              <a:t>TOH(3,S,H,D)</a:t>
            </a:r>
          </a:p>
          <a:p>
            <a:pPr marL="0" indent="0">
              <a:buNone/>
            </a:pPr>
            <a:r>
              <a:rPr lang="en-US" sz="2400" dirty="0"/>
              <a:t>	TOH(2,S,D,H)</a:t>
            </a:r>
          </a:p>
          <a:p>
            <a:pPr marL="0" indent="0">
              <a:buNone/>
            </a:pPr>
            <a:r>
              <a:rPr lang="en-US" sz="2400" dirty="0"/>
              <a:t>	S </a:t>
            </a:r>
            <a:r>
              <a:rPr lang="en-US" sz="2400" dirty="0">
                <a:sym typeface="Wingdings" panose="05000000000000000000" pitchFamily="2" charset="2"/>
              </a:rPr>
              <a:t> D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TOH(2,S,D,H)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TOH(1,S,H,D)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(1)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S  H	  	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(2)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</a:t>
            </a:r>
          </a:p>
          <a:p>
            <a:pPr marL="0" indent="0">
              <a:buNone/>
            </a:pPr>
            <a:endParaRPr lang="en-US" sz="2400" strike="sngStrik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72CD81-7EF9-C136-743D-6E753C3AFF36}"/>
              </a:ext>
            </a:extLst>
          </p:cNvPr>
          <p:cNvSpPr txBox="1"/>
          <p:nvPr/>
        </p:nvSpPr>
        <p:spPr>
          <a:xfrm>
            <a:off x="5335230" y="1166510"/>
            <a:ext cx="3419169" cy="3379517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pt-BR" sz="2400" dirty="0">
                <a:solidFill>
                  <a:srgbClr val="FF6600"/>
                </a:solidFill>
              </a:rPr>
              <a:t>TOH(n, S, H, D):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if n == 1: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else: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S, D, H)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H, S , D)</a:t>
            </a:r>
          </a:p>
        </p:txBody>
      </p:sp>
    </p:spTree>
    <p:extLst>
      <p:ext uri="{BB962C8B-B14F-4D97-AF65-F5344CB8AC3E}">
        <p14:creationId xmlns:p14="http://schemas.microsoft.com/office/powerpoint/2010/main" val="4119778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wipe dir="r"/>
      </p:transition>
    </mc:Choice>
    <mc:Fallback xmlns="">
      <p:transition>
        <p:wipe dir="r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5A2C9-B48B-C953-D555-037B0CD75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C231343-930B-7467-DC2F-8E5227506053}"/>
              </a:ext>
            </a:extLst>
          </p:cNvPr>
          <p:cNvGraphicFramePr/>
          <p:nvPr/>
        </p:nvGraphicFramePr>
        <p:xfrm>
          <a:off x="838200" y="1"/>
          <a:ext cx="10515600" cy="796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29CA8-7FD9-3371-3DD7-5ED54140D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16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F04A6C7-A7D8-AA79-62C7-4B7363B44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796414"/>
            <a:ext cx="12054348" cy="60615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N=3</a:t>
            </a:r>
          </a:p>
          <a:p>
            <a:pPr marL="0" indent="0">
              <a:buNone/>
            </a:pPr>
            <a:r>
              <a:rPr lang="en-US" sz="2400" dirty="0"/>
              <a:t>TOH(3,S,H,D)</a:t>
            </a:r>
          </a:p>
          <a:p>
            <a:pPr marL="0" indent="0">
              <a:buNone/>
            </a:pPr>
            <a:r>
              <a:rPr lang="en-US" sz="2400" dirty="0"/>
              <a:t>	TOH(2,S,D,H)</a:t>
            </a:r>
          </a:p>
          <a:p>
            <a:pPr marL="0" indent="0">
              <a:buNone/>
            </a:pPr>
            <a:r>
              <a:rPr lang="en-US" sz="2400" dirty="0"/>
              <a:t>	S </a:t>
            </a:r>
            <a:r>
              <a:rPr lang="en-US" sz="2400" dirty="0">
                <a:sym typeface="Wingdings" panose="05000000000000000000" pitchFamily="2" charset="2"/>
              </a:rPr>
              <a:t> D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TOH(2,S,D,H)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TOH(1,S,H,D)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(1)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S  H	  	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(2)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</a:t>
            </a:r>
            <a:r>
              <a:rPr lang="en-US" sz="2400" dirty="0">
                <a:sym typeface="Wingdings" panose="05000000000000000000" pitchFamily="2" charset="2"/>
              </a:rPr>
              <a:t>TOH(1,D,S,H)</a:t>
            </a:r>
          </a:p>
          <a:p>
            <a:pPr marL="0" indent="0">
              <a:buNone/>
            </a:pPr>
            <a:endParaRPr lang="en-US" sz="2400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strike="sngStrik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42B529-07BA-7F97-DA33-D6449302D7A5}"/>
              </a:ext>
            </a:extLst>
          </p:cNvPr>
          <p:cNvSpPr txBox="1"/>
          <p:nvPr/>
        </p:nvSpPr>
        <p:spPr>
          <a:xfrm>
            <a:off x="5335230" y="1166510"/>
            <a:ext cx="3419169" cy="3379517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pt-BR" sz="2400" dirty="0">
                <a:solidFill>
                  <a:srgbClr val="FF6600"/>
                </a:solidFill>
              </a:rPr>
              <a:t>TOH(n, S, H, D):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if n == 1: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else: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S, D, H)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H, S , D)</a:t>
            </a:r>
          </a:p>
        </p:txBody>
      </p:sp>
    </p:spTree>
    <p:extLst>
      <p:ext uri="{BB962C8B-B14F-4D97-AF65-F5344CB8AC3E}">
        <p14:creationId xmlns:p14="http://schemas.microsoft.com/office/powerpoint/2010/main" val="3275857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wipe dir="r"/>
      </p:transition>
    </mc:Choice>
    <mc:Fallback xmlns="">
      <p:transition>
        <p:wipe dir="r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39393-D463-3863-D032-77681ADDD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B433388-A687-EBB8-B24D-CF0AFB70F2C0}"/>
              </a:ext>
            </a:extLst>
          </p:cNvPr>
          <p:cNvGraphicFramePr/>
          <p:nvPr/>
        </p:nvGraphicFramePr>
        <p:xfrm>
          <a:off x="838200" y="1"/>
          <a:ext cx="10515600" cy="796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37E52-FE20-CCEA-ED45-CE944D330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17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FF2F4F6-1241-A2EB-6690-EFED0AB66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796414"/>
            <a:ext cx="12054348" cy="60615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N=3</a:t>
            </a:r>
          </a:p>
          <a:p>
            <a:pPr marL="0" indent="0">
              <a:buNone/>
            </a:pPr>
            <a:r>
              <a:rPr lang="en-US" sz="2400" dirty="0"/>
              <a:t>TOH(3,S,H,D)</a:t>
            </a:r>
          </a:p>
          <a:p>
            <a:pPr marL="0" indent="0">
              <a:buNone/>
            </a:pPr>
            <a:r>
              <a:rPr lang="en-US" sz="2400" dirty="0"/>
              <a:t>	TOH(2,S,D,H)</a:t>
            </a:r>
          </a:p>
          <a:p>
            <a:pPr marL="0" indent="0">
              <a:buNone/>
            </a:pPr>
            <a:r>
              <a:rPr lang="en-US" sz="2400" dirty="0"/>
              <a:t>	S </a:t>
            </a:r>
            <a:r>
              <a:rPr lang="en-US" sz="2400" dirty="0">
                <a:sym typeface="Wingdings" panose="05000000000000000000" pitchFamily="2" charset="2"/>
              </a:rPr>
              <a:t> D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TOH(2,S,D,H)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TOH(1,S,H,D)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(1)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S  H	  	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(2)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TOH(1,D,S,H)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D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(3)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strike="sngStrik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593ED2-418F-7771-E5D9-E1DF308FC263}"/>
              </a:ext>
            </a:extLst>
          </p:cNvPr>
          <p:cNvSpPr txBox="1"/>
          <p:nvPr/>
        </p:nvSpPr>
        <p:spPr>
          <a:xfrm>
            <a:off x="5335230" y="1166510"/>
            <a:ext cx="3419169" cy="3379517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pt-BR" sz="2400" dirty="0">
                <a:solidFill>
                  <a:srgbClr val="FF6600"/>
                </a:solidFill>
              </a:rPr>
              <a:t>TOH(n, S, H, D):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if n == 1: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else: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S, D, H)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H, S , D)</a:t>
            </a:r>
          </a:p>
        </p:txBody>
      </p:sp>
    </p:spTree>
    <p:extLst>
      <p:ext uri="{BB962C8B-B14F-4D97-AF65-F5344CB8AC3E}">
        <p14:creationId xmlns:p14="http://schemas.microsoft.com/office/powerpoint/2010/main" val="1861935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wipe dir="r"/>
      </p:transition>
    </mc:Choice>
    <mc:Fallback xmlns="">
      <p:transition>
        <p:wipe dir="r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8892D-515F-BABA-F7C4-A7BE195FA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610E023-5D67-982F-5C67-42D972CB22FD}"/>
              </a:ext>
            </a:extLst>
          </p:cNvPr>
          <p:cNvGraphicFramePr/>
          <p:nvPr/>
        </p:nvGraphicFramePr>
        <p:xfrm>
          <a:off x="838200" y="1"/>
          <a:ext cx="10515600" cy="796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D23AD-C4CA-C444-1F61-082068994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18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B9637BE-342E-011B-6EDA-EF6477132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796414"/>
            <a:ext cx="12054348" cy="60615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N=3</a:t>
            </a:r>
          </a:p>
          <a:p>
            <a:pPr marL="0" indent="0">
              <a:buNone/>
            </a:pPr>
            <a:r>
              <a:rPr lang="en-US" sz="2400" dirty="0"/>
              <a:t>TOH(3,S,H,D)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strike="sngStrike" dirty="0">
                <a:solidFill>
                  <a:srgbClr val="FF0000"/>
                </a:solidFill>
              </a:rPr>
              <a:t>TOH(2,S,D,H)      </a:t>
            </a:r>
            <a:r>
              <a:rPr lang="en-US" sz="2400" dirty="0">
                <a:solidFill>
                  <a:srgbClr val="FF0000"/>
                </a:solidFill>
              </a:rPr>
              <a:t>               </a:t>
            </a:r>
          </a:p>
          <a:p>
            <a:pPr marL="0" indent="0">
              <a:buNone/>
            </a:pPr>
            <a:r>
              <a:rPr lang="en-US" sz="2400" dirty="0"/>
              <a:t>	S </a:t>
            </a:r>
            <a:r>
              <a:rPr lang="en-US" sz="2400" dirty="0">
                <a:sym typeface="Wingdings" panose="05000000000000000000" pitchFamily="2" charset="2"/>
              </a:rPr>
              <a:t> D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TOH(2,H,S,D)</a:t>
            </a:r>
          </a:p>
          <a:p>
            <a:pPr marL="0" indent="0">
              <a:buNone/>
            </a:pPr>
            <a:r>
              <a:rPr lang="en-US" sz="2400" strike="sngStrike" dirty="0">
                <a:solidFill>
                  <a:srgbClr val="FF0000"/>
                </a:solidFill>
                <a:sym typeface="Wingdings" panose="05000000000000000000" pitchFamily="2" charset="2"/>
              </a:rPr>
              <a:t>TOH(2,S,D,H)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TOH(1,S,H,D)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(1)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S  H	  	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(2)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TOH(1,D,S,H)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D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(3)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strike="sngStrik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24D3CD-D610-EBFA-2F40-8590432F1469}"/>
              </a:ext>
            </a:extLst>
          </p:cNvPr>
          <p:cNvSpPr txBox="1"/>
          <p:nvPr/>
        </p:nvSpPr>
        <p:spPr>
          <a:xfrm>
            <a:off x="5335230" y="1166510"/>
            <a:ext cx="3419169" cy="3379517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pt-BR" sz="2400" dirty="0">
                <a:solidFill>
                  <a:srgbClr val="FF6600"/>
                </a:solidFill>
              </a:rPr>
              <a:t>TOH(n, S, H, D):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if n == 1: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else: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S, D, H)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H, S , D)</a:t>
            </a:r>
          </a:p>
        </p:txBody>
      </p:sp>
    </p:spTree>
    <p:extLst>
      <p:ext uri="{BB962C8B-B14F-4D97-AF65-F5344CB8AC3E}">
        <p14:creationId xmlns:p14="http://schemas.microsoft.com/office/powerpoint/2010/main" val="337335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wipe dir="r"/>
      </p:transition>
    </mc:Choice>
    <mc:Fallback xmlns="">
      <p:transition>
        <p:wipe dir="r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F6550-39A1-6455-CF7A-2B6807741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BC94657-32A5-CB87-BE43-288751671C0E}"/>
              </a:ext>
            </a:extLst>
          </p:cNvPr>
          <p:cNvGraphicFramePr/>
          <p:nvPr/>
        </p:nvGraphicFramePr>
        <p:xfrm>
          <a:off x="838200" y="1"/>
          <a:ext cx="10515600" cy="796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74AC6-6A49-D043-F0DE-4230F5458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19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033534-3097-8FC2-A26B-14B0C2F3A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796414"/>
            <a:ext cx="12054348" cy="60615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N=3</a:t>
            </a:r>
          </a:p>
          <a:p>
            <a:pPr marL="0" indent="0">
              <a:buNone/>
            </a:pPr>
            <a:r>
              <a:rPr lang="en-US" sz="2400" dirty="0"/>
              <a:t>TOH(3,S,H,D)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strike="sngStrike" dirty="0">
                <a:solidFill>
                  <a:srgbClr val="FF0000"/>
                </a:solidFill>
              </a:rPr>
              <a:t>TOH(2,S,D,H)      </a:t>
            </a:r>
            <a:r>
              <a:rPr lang="en-US" sz="2400" dirty="0">
                <a:solidFill>
                  <a:srgbClr val="FF0000"/>
                </a:solidFill>
              </a:rPr>
              <a:t>               </a:t>
            </a:r>
          </a:p>
          <a:p>
            <a:pPr marL="0" indent="0">
              <a:buNone/>
            </a:pPr>
            <a:r>
              <a:rPr lang="en-US" sz="2400" dirty="0"/>
              <a:t>	S </a:t>
            </a:r>
            <a:r>
              <a:rPr lang="en-US" sz="2400" dirty="0">
                <a:sym typeface="Wingdings" panose="05000000000000000000" pitchFamily="2" charset="2"/>
              </a:rPr>
              <a:t> D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TOH(2,S,D,H)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TOH(1,S,H,D)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(1)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S  H	  	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(2)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TOH(1,D,S,H)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D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(3)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																													</a:t>
            </a:r>
          </a:p>
          <a:p>
            <a:pPr marL="0" indent="0">
              <a:buNone/>
            </a:pPr>
            <a:endParaRPr lang="en-US" sz="2400" strike="sngStrik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D6B1D0-D8FA-E557-C906-7F48166A25DC}"/>
              </a:ext>
            </a:extLst>
          </p:cNvPr>
          <p:cNvCxnSpPr>
            <a:cxnSpLocks/>
          </p:cNvCxnSpPr>
          <p:nvPr/>
        </p:nvCxnSpPr>
        <p:spPr>
          <a:xfrm>
            <a:off x="1012723" y="2369574"/>
            <a:ext cx="1828800" cy="0"/>
          </a:xfrm>
          <a:prstGeom prst="line">
            <a:avLst/>
          </a:prstGeom>
          <a:ln w="190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3272C449-99CA-151E-9810-4D854EC16343}"/>
              </a:ext>
            </a:extLst>
          </p:cNvPr>
          <p:cNvCxnSpPr>
            <a:cxnSpLocks/>
          </p:cNvCxnSpPr>
          <p:nvPr/>
        </p:nvCxnSpPr>
        <p:spPr>
          <a:xfrm>
            <a:off x="3293806" y="2369574"/>
            <a:ext cx="2684207" cy="2487561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E08CFBF-7AED-829C-DD9D-58C2467BF00C}"/>
              </a:ext>
            </a:extLst>
          </p:cNvPr>
          <p:cNvSpPr txBox="1"/>
          <p:nvPr/>
        </p:nvSpPr>
        <p:spPr>
          <a:xfrm>
            <a:off x="6213989" y="4578251"/>
            <a:ext cx="1661652" cy="55776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(4)</a:t>
            </a:r>
            <a:endParaRPr lang="en-US" sz="2400" b="1" dirty="0">
              <a:sym typeface="Wingdings" panose="05000000000000000000" pitchFamily="2" charset="2"/>
            </a:endParaRPr>
          </a:p>
          <a:p>
            <a:endParaRPr lang="en-US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E78200-297E-1A33-F0E4-68A29FC5E460}"/>
              </a:ext>
            </a:extLst>
          </p:cNvPr>
          <p:cNvSpPr txBox="1"/>
          <p:nvPr/>
        </p:nvSpPr>
        <p:spPr>
          <a:xfrm>
            <a:off x="5335230" y="1166510"/>
            <a:ext cx="3419169" cy="3379517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pt-BR" sz="2400" dirty="0">
                <a:solidFill>
                  <a:srgbClr val="FF6600"/>
                </a:solidFill>
              </a:rPr>
              <a:t>TOH(n, S, H, D):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if n == 1: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else: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S, D, H)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H, S , D)</a:t>
            </a:r>
          </a:p>
        </p:txBody>
      </p:sp>
    </p:spTree>
    <p:extLst>
      <p:ext uri="{BB962C8B-B14F-4D97-AF65-F5344CB8AC3E}">
        <p14:creationId xmlns:p14="http://schemas.microsoft.com/office/powerpoint/2010/main" val="279438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wipe dir="r"/>
      </p:transition>
    </mc:Choice>
    <mc:Fallback xmlns="">
      <p:transition>
        <p:wipe dir="r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7A615-A3B3-FD18-511D-04B2659A5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1501113-8B9C-D6D0-0E84-2292A65FCC16}"/>
              </a:ext>
            </a:extLst>
          </p:cNvPr>
          <p:cNvGraphicFramePr/>
          <p:nvPr/>
        </p:nvGraphicFramePr>
        <p:xfrm>
          <a:off x="838200" y="1"/>
          <a:ext cx="10515600" cy="796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02BE0-F980-1324-C878-09BE08AC6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20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9465DA7-2BB5-7C25-1FCB-B4037DED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796414"/>
            <a:ext cx="12054348" cy="60615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N=3</a:t>
            </a:r>
          </a:p>
          <a:p>
            <a:pPr marL="0" indent="0">
              <a:buNone/>
            </a:pPr>
            <a:r>
              <a:rPr lang="en-US" sz="2400" dirty="0"/>
              <a:t>TOH(3,S,H,D)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strike="sngStrike" dirty="0">
                <a:solidFill>
                  <a:srgbClr val="FF0000"/>
                </a:solidFill>
              </a:rPr>
              <a:t>TOH(2,S,D,H)      </a:t>
            </a:r>
            <a:r>
              <a:rPr lang="en-US" sz="2400" dirty="0">
                <a:solidFill>
                  <a:srgbClr val="FF0000"/>
                </a:solidFill>
              </a:rPr>
              <a:t>               </a:t>
            </a:r>
          </a:p>
          <a:p>
            <a:pPr marL="0" indent="0">
              <a:buNone/>
            </a:pPr>
            <a:r>
              <a:rPr lang="en-US" sz="2400" dirty="0"/>
              <a:t>	S </a:t>
            </a:r>
            <a:r>
              <a:rPr lang="en-US" sz="2400" dirty="0">
                <a:sym typeface="Wingdings" panose="05000000000000000000" pitchFamily="2" charset="2"/>
              </a:rPr>
              <a:t> D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TOH(2,S,D,H)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TOH(1,S,H,D)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(1)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S  H	  	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(2)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TOH(1,D,S,H)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D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(3)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TOH(2,H,S,D)</a:t>
            </a:r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																													</a:t>
            </a:r>
          </a:p>
          <a:p>
            <a:pPr marL="0" indent="0">
              <a:buNone/>
            </a:pPr>
            <a:endParaRPr lang="en-US" sz="2400" strike="sngStrik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1AA1CA-052E-F16E-4918-50E9C48BCF13}"/>
              </a:ext>
            </a:extLst>
          </p:cNvPr>
          <p:cNvCxnSpPr>
            <a:cxnSpLocks/>
          </p:cNvCxnSpPr>
          <p:nvPr/>
        </p:nvCxnSpPr>
        <p:spPr>
          <a:xfrm>
            <a:off x="1012723" y="2369574"/>
            <a:ext cx="1828800" cy="0"/>
          </a:xfrm>
          <a:prstGeom prst="line">
            <a:avLst/>
          </a:prstGeom>
          <a:ln w="190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494595DE-6264-3791-6A94-815529B89E53}"/>
              </a:ext>
            </a:extLst>
          </p:cNvPr>
          <p:cNvCxnSpPr>
            <a:cxnSpLocks/>
          </p:cNvCxnSpPr>
          <p:nvPr/>
        </p:nvCxnSpPr>
        <p:spPr>
          <a:xfrm>
            <a:off x="3293806" y="2369574"/>
            <a:ext cx="2684207" cy="2487561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A78FB8F-AD1F-C055-7FF1-6A78F8EBADC0}"/>
              </a:ext>
            </a:extLst>
          </p:cNvPr>
          <p:cNvSpPr txBox="1"/>
          <p:nvPr/>
        </p:nvSpPr>
        <p:spPr>
          <a:xfrm>
            <a:off x="6213989" y="4578251"/>
            <a:ext cx="1661652" cy="55776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(4)</a:t>
            </a:r>
            <a:endParaRPr lang="en-US" sz="2400" b="1" dirty="0">
              <a:sym typeface="Wingdings" panose="05000000000000000000" pitchFamily="2" charset="2"/>
            </a:endParaRPr>
          </a:p>
          <a:p>
            <a:endParaRPr lang="en-US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A25F3A-2947-1BC6-1963-910B649BBFD6}"/>
              </a:ext>
            </a:extLst>
          </p:cNvPr>
          <p:cNvSpPr txBox="1"/>
          <p:nvPr/>
        </p:nvSpPr>
        <p:spPr>
          <a:xfrm>
            <a:off x="5335230" y="1166510"/>
            <a:ext cx="3419169" cy="3379517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pt-BR" sz="2400" dirty="0">
                <a:solidFill>
                  <a:srgbClr val="FF6600"/>
                </a:solidFill>
              </a:rPr>
              <a:t>TOH(n, S, H, D):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if n == 1: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else: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S, D, H)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H, S , D)</a:t>
            </a:r>
          </a:p>
        </p:txBody>
      </p:sp>
    </p:spTree>
    <p:extLst>
      <p:ext uri="{BB962C8B-B14F-4D97-AF65-F5344CB8AC3E}">
        <p14:creationId xmlns:p14="http://schemas.microsoft.com/office/powerpoint/2010/main" val="2216240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wipe dir="r"/>
      </p:transition>
    </mc:Choice>
    <mc:Fallback xmlns="">
      <p:transition>
        <p:wipe dir="r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C1CAF-0B00-502E-DBF2-2908F09B6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B1FA326-F0EB-8C23-01C5-7F0E33534966}"/>
              </a:ext>
            </a:extLst>
          </p:cNvPr>
          <p:cNvGraphicFramePr/>
          <p:nvPr/>
        </p:nvGraphicFramePr>
        <p:xfrm>
          <a:off x="838200" y="1"/>
          <a:ext cx="10515600" cy="796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3F5A5-B881-B9F8-083B-664D4510A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21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B8F4AF-4DF0-7D9E-A6CD-74B447920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796414"/>
            <a:ext cx="12054348" cy="60615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N=3</a:t>
            </a:r>
          </a:p>
          <a:p>
            <a:pPr marL="0" indent="0">
              <a:buNone/>
            </a:pPr>
            <a:r>
              <a:rPr lang="en-US" sz="2400" dirty="0"/>
              <a:t>TOH(3,S,H,D)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strike="sngStrike" dirty="0">
                <a:solidFill>
                  <a:srgbClr val="FF0000"/>
                </a:solidFill>
              </a:rPr>
              <a:t>TOH(2,S,D,H)      </a:t>
            </a:r>
            <a:r>
              <a:rPr lang="en-US" sz="2400" dirty="0">
                <a:solidFill>
                  <a:srgbClr val="FF0000"/>
                </a:solidFill>
              </a:rPr>
              <a:t>               </a:t>
            </a:r>
          </a:p>
          <a:p>
            <a:pPr marL="0" indent="0">
              <a:buNone/>
            </a:pPr>
            <a:r>
              <a:rPr lang="en-US" sz="2400" dirty="0"/>
              <a:t>	S </a:t>
            </a:r>
            <a:r>
              <a:rPr lang="en-US" sz="2400" dirty="0">
                <a:sym typeface="Wingdings" panose="05000000000000000000" pitchFamily="2" charset="2"/>
              </a:rPr>
              <a:t> D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TOH(2,S,D,H)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TOH(1,S,H,D)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(1)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S  H	  	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(2)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TOH(1,D,S,H)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D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(3)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 TOH(1,H,D,S)</a:t>
            </a:r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																													</a:t>
            </a:r>
          </a:p>
          <a:p>
            <a:pPr marL="0" indent="0">
              <a:buNone/>
            </a:pPr>
            <a:endParaRPr lang="en-US" sz="2400" strike="sngStrik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0969E2-4FE6-02E9-F06B-7837AFC3AFCA}"/>
              </a:ext>
            </a:extLst>
          </p:cNvPr>
          <p:cNvCxnSpPr>
            <a:cxnSpLocks/>
          </p:cNvCxnSpPr>
          <p:nvPr/>
        </p:nvCxnSpPr>
        <p:spPr>
          <a:xfrm>
            <a:off x="1012723" y="2369574"/>
            <a:ext cx="1828800" cy="0"/>
          </a:xfrm>
          <a:prstGeom prst="line">
            <a:avLst/>
          </a:prstGeom>
          <a:ln w="190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8232B3E-1D74-0B42-9139-9F11CF233674}"/>
              </a:ext>
            </a:extLst>
          </p:cNvPr>
          <p:cNvCxnSpPr>
            <a:cxnSpLocks/>
          </p:cNvCxnSpPr>
          <p:nvPr/>
        </p:nvCxnSpPr>
        <p:spPr>
          <a:xfrm>
            <a:off x="3293806" y="2369574"/>
            <a:ext cx="2684207" cy="2487561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BB6117A-9AC1-1311-1AFD-99E7775D9D93}"/>
              </a:ext>
            </a:extLst>
          </p:cNvPr>
          <p:cNvSpPr txBox="1"/>
          <p:nvPr/>
        </p:nvSpPr>
        <p:spPr>
          <a:xfrm>
            <a:off x="6213989" y="4578251"/>
            <a:ext cx="1661652" cy="55776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(4)</a:t>
            </a:r>
            <a:endParaRPr lang="en-US" sz="2400" b="1" dirty="0">
              <a:sym typeface="Wingdings" panose="05000000000000000000" pitchFamily="2" charset="2"/>
            </a:endParaRPr>
          </a:p>
          <a:p>
            <a:endParaRPr lang="en-US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105664-E753-4376-C35C-B9507F4DF886}"/>
              </a:ext>
            </a:extLst>
          </p:cNvPr>
          <p:cNvSpPr txBox="1"/>
          <p:nvPr/>
        </p:nvSpPr>
        <p:spPr>
          <a:xfrm>
            <a:off x="5335230" y="1166510"/>
            <a:ext cx="3419169" cy="3379517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pt-BR" sz="2400" dirty="0">
                <a:solidFill>
                  <a:srgbClr val="FF6600"/>
                </a:solidFill>
              </a:rPr>
              <a:t>TOH(n, S, H, D):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if n == 1: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else: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S, D, H)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H, S , D)</a:t>
            </a:r>
          </a:p>
        </p:txBody>
      </p:sp>
    </p:spTree>
    <p:extLst>
      <p:ext uri="{BB962C8B-B14F-4D97-AF65-F5344CB8AC3E}">
        <p14:creationId xmlns:p14="http://schemas.microsoft.com/office/powerpoint/2010/main" val="2353665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wipe dir="r"/>
      </p:transition>
    </mc:Choice>
    <mc:Fallback xmlns="">
      <p:transition>
        <p:wipe dir="r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1A22E-E2A7-E696-F5DA-7FDF3AC2E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CA0A7EC-391E-9859-96F8-466C9072E914}"/>
              </a:ext>
            </a:extLst>
          </p:cNvPr>
          <p:cNvGraphicFramePr/>
          <p:nvPr/>
        </p:nvGraphicFramePr>
        <p:xfrm>
          <a:off x="838200" y="1"/>
          <a:ext cx="10515600" cy="796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6E256-15C3-FE56-3280-B0D4FA91F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22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C9F22D1-67C2-A7AB-36FB-2A4F2248F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796414"/>
            <a:ext cx="12054348" cy="60615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N=3</a:t>
            </a:r>
          </a:p>
          <a:p>
            <a:pPr marL="0" indent="0">
              <a:buNone/>
            </a:pPr>
            <a:r>
              <a:rPr lang="en-US" sz="2400" dirty="0"/>
              <a:t>TOH(3,S,H,D)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strike="sngStrike" dirty="0">
                <a:solidFill>
                  <a:srgbClr val="FF0000"/>
                </a:solidFill>
              </a:rPr>
              <a:t>TOH(2,S,D,H)      </a:t>
            </a:r>
            <a:r>
              <a:rPr lang="en-US" sz="2400" dirty="0">
                <a:solidFill>
                  <a:srgbClr val="FF0000"/>
                </a:solidFill>
              </a:rPr>
              <a:t>               </a:t>
            </a:r>
          </a:p>
          <a:p>
            <a:pPr marL="0" indent="0">
              <a:buNone/>
            </a:pPr>
            <a:r>
              <a:rPr lang="en-US" sz="2400" dirty="0"/>
              <a:t>	S </a:t>
            </a:r>
            <a:r>
              <a:rPr lang="en-US" sz="2400" dirty="0">
                <a:sym typeface="Wingdings" panose="05000000000000000000" pitchFamily="2" charset="2"/>
              </a:rPr>
              <a:t> D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TOH(2,S,D,H)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TOH(1,S,H,D)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(1)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S  H	  	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(2)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TOH(1,D,S,H)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D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(3)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 </a:t>
            </a:r>
            <a:r>
              <a:rPr lang="en-US" sz="2400" strike="sngStrike" dirty="0">
                <a:sym typeface="Wingdings" panose="05000000000000000000" pitchFamily="2" charset="2"/>
              </a:rPr>
              <a:t>TOH(1,H,D,S)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H  S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(5)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strike="sngStrike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																													</a:t>
            </a:r>
          </a:p>
          <a:p>
            <a:pPr marL="0" indent="0">
              <a:buNone/>
            </a:pPr>
            <a:endParaRPr lang="en-US" sz="2400" strike="sngStrik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6D0B2E-12D6-1229-750C-33690C7348C2}"/>
              </a:ext>
            </a:extLst>
          </p:cNvPr>
          <p:cNvCxnSpPr>
            <a:cxnSpLocks/>
          </p:cNvCxnSpPr>
          <p:nvPr/>
        </p:nvCxnSpPr>
        <p:spPr>
          <a:xfrm>
            <a:off x="1012723" y="2369574"/>
            <a:ext cx="1828800" cy="0"/>
          </a:xfrm>
          <a:prstGeom prst="line">
            <a:avLst/>
          </a:prstGeom>
          <a:ln w="190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C63A40A8-3E0B-F2A8-4158-3E782FCDE7CB}"/>
              </a:ext>
            </a:extLst>
          </p:cNvPr>
          <p:cNvCxnSpPr>
            <a:cxnSpLocks/>
          </p:cNvCxnSpPr>
          <p:nvPr/>
        </p:nvCxnSpPr>
        <p:spPr>
          <a:xfrm>
            <a:off x="3293806" y="2369574"/>
            <a:ext cx="2684207" cy="2487561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C5628D8-933A-F54B-5CC2-0F7CE8A2DBD8}"/>
              </a:ext>
            </a:extLst>
          </p:cNvPr>
          <p:cNvSpPr txBox="1"/>
          <p:nvPr/>
        </p:nvSpPr>
        <p:spPr>
          <a:xfrm>
            <a:off x="6213989" y="4578251"/>
            <a:ext cx="1661652" cy="55776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(4)</a:t>
            </a:r>
            <a:endParaRPr lang="en-US" sz="2400" b="1" dirty="0">
              <a:sym typeface="Wingdings" panose="05000000000000000000" pitchFamily="2" charset="2"/>
            </a:endParaRPr>
          </a:p>
          <a:p>
            <a:endParaRPr lang="en-US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62F378-2EC4-B010-A292-92EA4D1E725F}"/>
              </a:ext>
            </a:extLst>
          </p:cNvPr>
          <p:cNvSpPr txBox="1"/>
          <p:nvPr/>
        </p:nvSpPr>
        <p:spPr>
          <a:xfrm>
            <a:off x="5335230" y="1166510"/>
            <a:ext cx="3419169" cy="3379517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pt-BR" sz="2400" dirty="0">
                <a:solidFill>
                  <a:srgbClr val="FF6600"/>
                </a:solidFill>
              </a:rPr>
              <a:t>TOH(n, S, H, D):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if n == 1: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else: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S, D, H)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H, S , D)</a:t>
            </a:r>
          </a:p>
        </p:txBody>
      </p:sp>
    </p:spTree>
    <p:extLst>
      <p:ext uri="{BB962C8B-B14F-4D97-AF65-F5344CB8AC3E}">
        <p14:creationId xmlns:p14="http://schemas.microsoft.com/office/powerpoint/2010/main" val="1923789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wipe dir="r"/>
      </p:transition>
    </mc:Choice>
    <mc:Fallback xmlns="">
      <p:transition>
        <p:wipe dir="r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690C7-F79F-E94D-40A3-86D86803E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9A3010C-9442-D79A-E78B-EAE2E7E97B48}"/>
              </a:ext>
            </a:extLst>
          </p:cNvPr>
          <p:cNvGraphicFramePr/>
          <p:nvPr/>
        </p:nvGraphicFramePr>
        <p:xfrm>
          <a:off x="838200" y="1"/>
          <a:ext cx="10515600" cy="796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3AAEB-0528-C9A2-831F-73175DD3D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23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F1000BA-374A-58DB-0FE6-D644BFEFC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796414"/>
            <a:ext cx="12054348" cy="60615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N=3</a:t>
            </a:r>
          </a:p>
          <a:p>
            <a:pPr marL="0" indent="0">
              <a:buNone/>
            </a:pPr>
            <a:r>
              <a:rPr lang="en-US" sz="2400" dirty="0"/>
              <a:t>TOH(3,S,H,D)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strike="sngStrike" dirty="0">
                <a:solidFill>
                  <a:srgbClr val="FF0000"/>
                </a:solidFill>
              </a:rPr>
              <a:t>TOH(2,S,D,H)      </a:t>
            </a:r>
            <a:r>
              <a:rPr lang="en-US" sz="2400" dirty="0">
                <a:solidFill>
                  <a:srgbClr val="FF0000"/>
                </a:solidFill>
              </a:rPr>
              <a:t>               </a:t>
            </a:r>
          </a:p>
          <a:p>
            <a:pPr marL="0" indent="0">
              <a:buNone/>
            </a:pPr>
            <a:r>
              <a:rPr lang="en-US" sz="2400" dirty="0"/>
              <a:t>	S </a:t>
            </a:r>
            <a:r>
              <a:rPr lang="en-US" sz="2400" dirty="0">
                <a:sym typeface="Wingdings" panose="05000000000000000000" pitchFamily="2" charset="2"/>
              </a:rPr>
              <a:t> D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TOH(2,S,D,H)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TOH(1,S,H,D)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(1)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S  H	  	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(2)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TOH(1,D,S,H)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D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(3)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 </a:t>
            </a:r>
            <a:r>
              <a:rPr lang="en-US" sz="2400" strike="sngStrike" dirty="0">
                <a:sym typeface="Wingdings" panose="05000000000000000000" pitchFamily="2" charset="2"/>
              </a:rPr>
              <a:t>TOH(1,H,D,S)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H  S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(5)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 </a:t>
            </a:r>
            <a:r>
              <a:rPr lang="en-US" sz="2400" dirty="0">
                <a:sym typeface="Wingdings" panose="05000000000000000000" pitchFamily="2" charset="2"/>
              </a:rPr>
              <a:t>H  D</a:t>
            </a:r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																													</a:t>
            </a:r>
          </a:p>
          <a:p>
            <a:pPr marL="0" indent="0">
              <a:buNone/>
            </a:pPr>
            <a:endParaRPr lang="en-US" sz="2400" strike="sngStrik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1CC3803-09CA-7B61-D4B1-35629623F81E}"/>
              </a:ext>
            </a:extLst>
          </p:cNvPr>
          <p:cNvCxnSpPr>
            <a:cxnSpLocks/>
          </p:cNvCxnSpPr>
          <p:nvPr/>
        </p:nvCxnSpPr>
        <p:spPr>
          <a:xfrm>
            <a:off x="1012723" y="2369574"/>
            <a:ext cx="1828800" cy="0"/>
          </a:xfrm>
          <a:prstGeom prst="line">
            <a:avLst/>
          </a:prstGeom>
          <a:ln w="190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3C5943FD-1333-2ED5-6B21-52DED560EB5A}"/>
              </a:ext>
            </a:extLst>
          </p:cNvPr>
          <p:cNvCxnSpPr>
            <a:cxnSpLocks/>
          </p:cNvCxnSpPr>
          <p:nvPr/>
        </p:nvCxnSpPr>
        <p:spPr>
          <a:xfrm>
            <a:off x="3293806" y="2369574"/>
            <a:ext cx="2684207" cy="2487561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FDCEAAF-0A3B-6926-C919-30D82FCE51F7}"/>
              </a:ext>
            </a:extLst>
          </p:cNvPr>
          <p:cNvSpPr txBox="1"/>
          <p:nvPr/>
        </p:nvSpPr>
        <p:spPr>
          <a:xfrm>
            <a:off x="6213989" y="4578251"/>
            <a:ext cx="1661652" cy="55776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(4)</a:t>
            </a:r>
            <a:endParaRPr lang="en-US" sz="2400" b="1" dirty="0">
              <a:sym typeface="Wingdings" panose="05000000000000000000" pitchFamily="2" charset="2"/>
            </a:endParaRPr>
          </a:p>
          <a:p>
            <a:endParaRPr lang="en-US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36A17A-B324-4500-95C6-CDA6D566354C}"/>
              </a:ext>
            </a:extLst>
          </p:cNvPr>
          <p:cNvSpPr txBox="1"/>
          <p:nvPr/>
        </p:nvSpPr>
        <p:spPr>
          <a:xfrm>
            <a:off x="5335230" y="1166510"/>
            <a:ext cx="3419169" cy="3379517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pt-BR" sz="2400" dirty="0">
                <a:solidFill>
                  <a:srgbClr val="FF6600"/>
                </a:solidFill>
              </a:rPr>
              <a:t>TOH(n, S, H, D):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if n == 1: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else: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S, D, H)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H, S , D)</a:t>
            </a:r>
          </a:p>
        </p:txBody>
      </p:sp>
    </p:spTree>
    <p:extLst>
      <p:ext uri="{BB962C8B-B14F-4D97-AF65-F5344CB8AC3E}">
        <p14:creationId xmlns:p14="http://schemas.microsoft.com/office/powerpoint/2010/main" val="2135156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wipe dir="r"/>
      </p:transition>
    </mc:Choice>
    <mc:Fallback xmlns="">
      <p:transition>
        <p:wipe dir="r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95305-8B20-53F8-88C1-524AB58AD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741ECFE-093A-08CA-5F76-CF2B2A6AD121}"/>
              </a:ext>
            </a:extLst>
          </p:cNvPr>
          <p:cNvGraphicFramePr/>
          <p:nvPr/>
        </p:nvGraphicFramePr>
        <p:xfrm>
          <a:off x="838200" y="1"/>
          <a:ext cx="10515600" cy="796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1C8AD-912D-0932-32EE-8A86BB323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24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DA3B2B-F2A9-B3EC-C8DF-EB0C1EDC3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796414"/>
            <a:ext cx="12054348" cy="60615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N=3</a:t>
            </a:r>
          </a:p>
          <a:p>
            <a:pPr marL="0" indent="0">
              <a:buNone/>
            </a:pPr>
            <a:r>
              <a:rPr lang="en-US" sz="2400" dirty="0"/>
              <a:t>TOH(3,S,H,D)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strike="sngStrike" dirty="0">
                <a:solidFill>
                  <a:srgbClr val="FF0000"/>
                </a:solidFill>
              </a:rPr>
              <a:t>TOH(2,S,D,H)      </a:t>
            </a:r>
            <a:r>
              <a:rPr lang="en-US" sz="2400" dirty="0">
                <a:solidFill>
                  <a:srgbClr val="FF0000"/>
                </a:solidFill>
              </a:rPr>
              <a:t>               </a:t>
            </a:r>
          </a:p>
          <a:p>
            <a:pPr marL="0" indent="0">
              <a:buNone/>
            </a:pPr>
            <a:r>
              <a:rPr lang="en-US" sz="2400" dirty="0"/>
              <a:t>	S </a:t>
            </a:r>
            <a:r>
              <a:rPr lang="en-US" sz="2400" dirty="0">
                <a:sym typeface="Wingdings" panose="05000000000000000000" pitchFamily="2" charset="2"/>
              </a:rPr>
              <a:t> D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TOH(2,S,D,H)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TOH(1,S,H,D)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(1)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S  H	  	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(2)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TOH(1,D,S,H)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D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(3)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 </a:t>
            </a:r>
            <a:r>
              <a:rPr lang="en-US" sz="2400" strike="sngStrike" dirty="0">
                <a:sym typeface="Wingdings" panose="05000000000000000000" pitchFamily="2" charset="2"/>
              </a:rPr>
              <a:t>TOH(1,H,D,S)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H  S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(5)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 </a:t>
            </a:r>
            <a:r>
              <a:rPr lang="en-US" sz="2400" strike="sngStrike" dirty="0">
                <a:sym typeface="Wingdings" panose="05000000000000000000" pitchFamily="2" charset="2"/>
              </a:rPr>
              <a:t>H  D  	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H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(6)</a:t>
            </a:r>
          </a:p>
          <a:p>
            <a:pPr marL="0" indent="0">
              <a:buNone/>
            </a:pPr>
            <a:endParaRPr lang="en-US" sz="2400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																													</a:t>
            </a:r>
          </a:p>
          <a:p>
            <a:pPr marL="0" indent="0">
              <a:buNone/>
            </a:pPr>
            <a:endParaRPr lang="en-US" sz="2400" strike="sngStrik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8796F7B-CB13-7755-D535-C620C2B9FA62}"/>
              </a:ext>
            </a:extLst>
          </p:cNvPr>
          <p:cNvCxnSpPr>
            <a:cxnSpLocks/>
          </p:cNvCxnSpPr>
          <p:nvPr/>
        </p:nvCxnSpPr>
        <p:spPr>
          <a:xfrm>
            <a:off x="1012723" y="2369574"/>
            <a:ext cx="1828800" cy="0"/>
          </a:xfrm>
          <a:prstGeom prst="line">
            <a:avLst/>
          </a:prstGeom>
          <a:ln w="190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52FA4F08-C25E-CCB6-53CA-AA7D9B5C5E4A}"/>
              </a:ext>
            </a:extLst>
          </p:cNvPr>
          <p:cNvCxnSpPr>
            <a:cxnSpLocks/>
          </p:cNvCxnSpPr>
          <p:nvPr/>
        </p:nvCxnSpPr>
        <p:spPr>
          <a:xfrm>
            <a:off x="3293806" y="2369574"/>
            <a:ext cx="2684207" cy="2487561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B560335-AE4E-46ED-D7DF-59D70593CABE}"/>
              </a:ext>
            </a:extLst>
          </p:cNvPr>
          <p:cNvSpPr txBox="1"/>
          <p:nvPr/>
        </p:nvSpPr>
        <p:spPr>
          <a:xfrm>
            <a:off x="6213989" y="4578251"/>
            <a:ext cx="1661652" cy="55776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(4)</a:t>
            </a:r>
            <a:endParaRPr lang="en-US" sz="2400" b="1" dirty="0">
              <a:sym typeface="Wingdings" panose="05000000000000000000" pitchFamily="2" charset="2"/>
            </a:endParaRPr>
          </a:p>
          <a:p>
            <a:endParaRPr lang="en-US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FCA4DA-7507-E675-ADCC-BCAD517BEF2B}"/>
              </a:ext>
            </a:extLst>
          </p:cNvPr>
          <p:cNvSpPr txBox="1"/>
          <p:nvPr/>
        </p:nvSpPr>
        <p:spPr>
          <a:xfrm>
            <a:off x="5335230" y="1166510"/>
            <a:ext cx="3419169" cy="3379517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pt-BR" sz="2400" dirty="0">
                <a:solidFill>
                  <a:srgbClr val="FF6600"/>
                </a:solidFill>
              </a:rPr>
              <a:t>TOH(n, S, H, D):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if n == 1: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else: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S, D, H)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H, S , D)</a:t>
            </a:r>
          </a:p>
        </p:txBody>
      </p:sp>
    </p:spTree>
    <p:extLst>
      <p:ext uri="{BB962C8B-B14F-4D97-AF65-F5344CB8AC3E}">
        <p14:creationId xmlns:p14="http://schemas.microsoft.com/office/powerpoint/2010/main" val="2473079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wipe dir="r"/>
      </p:transition>
    </mc:Choice>
    <mc:Fallback xmlns="">
      <p:transition>
        <p:wipe dir="r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3E722-DD06-D1D8-5CB2-D20965103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4391BD4-1816-6E55-7B2E-623759CE5396}"/>
              </a:ext>
            </a:extLst>
          </p:cNvPr>
          <p:cNvGraphicFramePr/>
          <p:nvPr/>
        </p:nvGraphicFramePr>
        <p:xfrm>
          <a:off x="838200" y="1"/>
          <a:ext cx="10515600" cy="796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D451D-9097-B0EA-091A-B2081C99E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25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470E383-461A-3E38-568F-22A0CAEB6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796414"/>
            <a:ext cx="12054348" cy="60615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N=3</a:t>
            </a:r>
          </a:p>
          <a:p>
            <a:pPr marL="0" indent="0">
              <a:buNone/>
            </a:pPr>
            <a:r>
              <a:rPr lang="en-US" sz="2400" dirty="0"/>
              <a:t>TOH(3,S,H,D)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strike="sngStrike" dirty="0">
                <a:solidFill>
                  <a:srgbClr val="FF0000"/>
                </a:solidFill>
              </a:rPr>
              <a:t>TOH(2,S,D,H)      </a:t>
            </a:r>
            <a:r>
              <a:rPr lang="en-US" sz="2400" dirty="0">
                <a:solidFill>
                  <a:srgbClr val="FF0000"/>
                </a:solidFill>
              </a:rPr>
              <a:t>               </a:t>
            </a:r>
          </a:p>
          <a:p>
            <a:pPr marL="0" indent="0">
              <a:buNone/>
            </a:pPr>
            <a:r>
              <a:rPr lang="en-US" sz="2400" dirty="0"/>
              <a:t>	S </a:t>
            </a:r>
            <a:r>
              <a:rPr lang="en-US" sz="2400" dirty="0">
                <a:sym typeface="Wingdings" panose="05000000000000000000" pitchFamily="2" charset="2"/>
              </a:rPr>
              <a:t> D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TOH(2,S,D,H)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TOH(1,S,H,D)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(1)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S  H	  	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(2)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TOH(1,D,S,H)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D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(3)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 </a:t>
            </a:r>
            <a:r>
              <a:rPr lang="en-US" sz="2400" strike="sngStrike" dirty="0">
                <a:sym typeface="Wingdings" panose="05000000000000000000" pitchFamily="2" charset="2"/>
              </a:rPr>
              <a:t>TOH(1,H,D,S)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H  S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(5)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 </a:t>
            </a:r>
            <a:r>
              <a:rPr lang="en-US" sz="2400" strike="sngStrike" dirty="0">
                <a:sym typeface="Wingdings" panose="05000000000000000000" pitchFamily="2" charset="2"/>
              </a:rPr>
              <a:t>H  D  	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H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(6)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</a:t>
            </a:r>
            <a:r>
              <a:rPr lang="en-US" sz="2400" dirty="0">
                <a:sym typeface="Wingdings" panose="05000000000000000000" pitchFamily="2" charset="2"/>
              </a:rPr>
              <a:t> TOH(1,S,H,D)</a:t>
            </a:r>
            <a:endParaRPr lang="en-US" sz="2400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																													</a:t>
            </a:r>
          </a:p>
          <a:p>
            <a:pPr marL="0" indent="0">
              <a:buNone/>
            </a:pPr>
            <a:endParaRPr lang="en-US" sz="2400" strike="sngStrik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3FC1A6-A5FB-8813-3538-BD906236163B}"/>
              </a:ext>
            </a:extLst>
          </p:cNvPr>
          <p:cNvCxnSpPr>
            <a:cxnSpLocks/>
          </p:cNvCxnSpPr>
          <p:nvPr/>
        </p:nvCxnSpPr>
        <p:spPr>
          <a:xfrm>
            <a:off x="1012723" y="2369574"/>
            <a:ext cx="1828800" cy="0"/>
          </a:xfrm>
          <a:prstGeom prst="line">
            <a:avLst/>
          </a:prstGeom>
          <a:ln w="190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02D909B-2205-FF44-4158-EE4320B0152A}"/>
              </a:ext>
            </a:extLst>
          </p:cNvPr>
          <p:cNvCxnSpPr>
            <a:cxnSpLocks/>
          </p:cNvCxnSpPr>
          <p:nvPr/>
        </p:nvCxnSpPr>
        <p:spPr>
          <a:xfrm>
            <a:off x="3293806" y="2369574"/>
            <a:ext cx="2684207" cy="2487561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A9A300D-7D67-F1AD-A5B8-323DFD765E19}"/>
              </a:ext>
            </a:extLst>
          </p:cNvPr>
          <p:cNvSpPr txBox="1"/>
          <p:nvPr/>
        </p:nvSpPr>
        <p:spPr>
          <a:xfrm>
            <a:off x="6213989" y="4578251"/>
            <a:ext cx="1661652" cy="55776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(4)</a:t>
            </a:r>
            <a:endParaRPr lang="en-US" sz="2400" b="1" dirty="0">
              <a:sym typeface="Wingdings" panose="05000000000000000000" pitchFamily="2" charset="2"/>
            </a:endParaRPr>
          </a:p>
          <a:p>
            <a:endParaRPr lang="en-US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9D336C-9E0F-D8F8-08CF-29A42E7E7D91}"/>
              </a:ext>
            </a:extLst>
          </p:cNvPr>
          <p:cNvSpPr txBox="1"/>
          <p:nvPr/>
        </p:nvSpPr>
        <p:spPr>
          <a:xfrm>
            <a:off x="5335230" y="1166510"/>
            <a:ext cx="3419169" cy="3379517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pt-BR" sz="2400" dirty="0">
                <a:solidFill>
                  <a:srgbClr val="FF6600"/>
                </a:solidFill>
              </a:rPr>
              <a:t>TOH(n, S, H, D):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if n == 1: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else: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S, D, H)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H, S , D)</a:t>
            </a:r>
          </a:p>
        </p:txBody>
      </p:sp>
    </p:spTree>
    <p:extLst>
      <p:ext uri="{BB962C8B-B14F-4D97-AF65-F5344CB8AC3E}">
        <p14:creationId xmlns:p14="http://schemas.microsoft.com/office/powerpoint/2010/main" val="1358565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wipe dir="r"/>
      </p:transition>
    </mc:Choice>
    <mc:Fallback xmlns="">
      <p:transition>
        <p:wipe dir="r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A7548-4D9D-C319-1C40-502A178F6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C83F6D3-D363-F044-9F5E-335A2274B93D}"/>
              </a:ext>
            </a:extLst>
          </p:cNvPr>
          <p:cNvGraphicFramePr/>
          <p:nvPr/>
        </p:nvGraphicFramePr>
        <p:xfrm>
          <a:off x="838200" y="1"/>
          <a:ext cx="10515600" cy="796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8753F-6454-5582-2736-D6B2B034C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9B8B01C-D30A-3843-5BE9-B9CDD0F37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796414"/>
            <a:ext cx="12054348" cy="60615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N=3</a:t>
            </a:r>
          </a:p>
          <a:p>
            <a:pPr marL="0" indent="0">
              <a:buNone/>
            </a:pPr>
            <a:r>
              <a:rPr lang="en-US" sz="2400" dirty="0"/>
              <a:t>TOH(3,S,H,D)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strike="sngStrike" dirty="0">
                <a:solidFill>
                  <a:srgbClr val="FF0000"/>
                </a:solidFill>
              </a:rPr>
              <a:t>TOH(2,S,D,H)      </a:t>
            </a:r>
            <a:r>
              <a:rPr lang="en-US" sz="2400" dirty="0">
                <a:solidFill>
                  <a:srgbClr val="FF0000"/>
                </a:solidFill>
              </a:rPr>
              <a:t>               </a:t>
            </a:r>
          </a:p>
          <a:p>
            <a:pPr marL="0" indent="0">
              <a:buNone/>
            </a:pPr>
            <a:r>
              <a:rPr lang="en-US" sz="2400" dirty="0"/>
              <a:t>	S </a:t>
            </a:r>
            <a:r>
              <a:rPr lang="en-US" sz="2400" dirty="0">
                <a:sym typeface="Wingdings" panose="05000000000000000000" pitchFamily="2" charset="2"/>
              </a:rPr>
              <a:t> D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TOH(2,S,D,H)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TOH(1,S,H,D)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(1)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S  H	  	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(2)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TOH(1,D,S,H)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D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(3)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 </a:t>
            </a:r>
            <a:r>
              <a:rPr lang="en-US" sz="2400" strike="sngStrike" dirty="0">
                <a:sym typeface="Wingdings" panose="05000000000000000000" pitchFamily="2" charset="2"/>
              </a:rPr>
              <a:t>TOH(1,H,D,S)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H  S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(5)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 </a:t>
            </a:r>
            <a:r>
              <a:rPr lang="en-US" sz="2400" strike="sngStrike" dirty="0">
                <a:sym typeface="Wingdings" panose="05000000000000000000" pitchFamily="2" charset="2"/>
              </a:rPr>
              <a:t>H  D  	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H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(6)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strike="sngStrike" dirty="0">
                <a:sym typeface="Wingdings" panose="05000000000000000000" pitchFamily="2" charset="2"/>
              </a:rPr>
              <a:t>TOH(1,S,H,D)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(7)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																													</a:t>
            </a:r>
          </a:p>
          <a:p>
            <a:pPr marL="0" indent="0">
              <a:buNone/>
            </a:pPr>
            <a:endParaRPr lang="en-US" sz="2400" strike="sngStrik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761EE39-CE59-4E84-CA39-FC8E8BFC467C}"/>
              </a:ext>
            </a:extLst>
          </p:cNvPr>
          <p:cNvCxnSpPr>
            <a:cxnSpLocks/>
          </p:cNvCxnSpPr>
          <p:nvPr/>
        </p:nvCxnSpPr>
        <p:spPr>
          <a:xfrm>
            <a:off x="1012723" y="2369574"/>
            <a:ext cx="1828800" cy="0"/>
          </a:xfrm>
          <a:prstGeom prst="line">
            <a:avLst/>
          </a:prstGeom>
          <a:ln w="190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BF0922D2-83E2-3FAA-08F5-33CCF4DF383A}"/>
              </a:ext>
            </a:extLst>
          </p:cNvPr>
          <p:cNvCxnSpPr>
            <a:cxnSpLocks/>
          </p:cNvCxnSpPr>
          <p:nvPr/>
        </p:nvCxnSpPr>
        <p:spPr>
          <a:xfrm>
            <a:off x="3293806" y="2369574"/>
            <a:ext cx="2684207" cy="2487561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7430886-8C32-DFD7-E0D9-6D0A9FE58D8C}"/>
              </a:ext>
            </a:extLst>
          </p:cNvPr>
          <p:cNvSpPr txBox="1"/>
          <p:nvPr/>
        </p:nvSpPr>
        <p:spPr>
          <a:xfrm>
            <a:off x="6213989" y="4578251"/>
            <a:ext cx="1661652" cy="55776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(4)</a:t>
            </a:r>
            <a:endParaRPr lang="en-US" sz="2400" b="1" dirty="0">
              <a:sym typeface="Wingdings" panose="05000000000000000000" pitchFamily="2" charset="2"/>
            </a:endParaRPr>
          </a:p>
          <a:p>
            <a:endParaRPr lang="en-US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89C056-DD9E-8102-A967-2D62980F1116}"/>
              </a:ext>
            </a:extLst>
          </p:cNvPr>
          <p:cNvSpPr txBox="1"/>
          <p:nvPr/>
        </p:nvSpPr>
        <p:spPr>
          <a:xfrm>
            <a:off x="5335230" y="1166510"/>
            <a:ext cx="3419169" cy="3379517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pt-BR" sz="2400" dirty="0">
                <a:solidFill>
                  <a:srgbClr val="FF6600"/>
                </a:solidFill>
              </a:rPr>
              <a:t>TOH(n, S, H, D):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if n == 1: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else: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S, D, H)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H, S , D)</a:t>
            </a:r>
          </a:p>
        </p:txBody>
      </p:sp>
    </p:spTree>
    <p:extLst>
      <p:ext uri="{BB962C8B-B14F-4D97-AF65-F5344CB8AC3E}">
        <p14:creationId xmlns:p14="http://schemas.microsoft.com/office/powerpoint/2010/main" val="1391354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wipe dir="r"/>
      </p:transition>
    </mc:Choice>
    <mc:Fallback xmlns="">
      <p:transition>
        <p:wipe dir="r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A93DB-F4B5-DEF7-DB49-29FFF2A6F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AF32C4E-0E42-24BE-FE47-CE34FB6BF9F1}"/>
              </a:ext>
            </a:extLst>
          </p:cNvPr>
          <p:cNvGraphicFramePr/>
          <p:nvPr/>
        </p:nvGraphicFramePr>
        <p:xfrm>
          <a:off x="838200" y="1"/>
          <a:ext cx="10515600" cy="796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DA580-BD1E-37EA-CBC5-286AFF1AE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27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8C85A28-6748-E5A1-06E9-310F48748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796414"/>
            <a:ext cx="12054348" cy="60615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N=3</a:t>
            </a:r>
          </a:p>
          <a:p>
            <a:pPr marL="0" indent="0">
              <a:buNone/>
            </a:pPr>
            <a:r>
              <a:rPr lang="en-US" sz="2400" dirty="0"/>
              <a:t>TOH(3,S,H,D)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strike="sngStrike" dirty="0">
                <a:solidFill>
                  <a:srgbClr val="FF0000"/>
                </a:solidFill>
              </a:rPr>
              <a:t>TOH(2,S,D,H)      </a:t>
            </a:r>
            <a:r>
              <a:rPr lang="en-US" sz="2400" dirty="0">
                <a:solidFill>
                  <a:srgbClr val="FF0000"/>
                </a:solidFill>
              </a:rPr>
              <a:t>               </a:t>
            </a:r>
          </a:p>
          <a:p>
            <a:pPr marL="0" indent="0">
              <a:buNone/>
            </a:pPr>
            <a:r>
              <a:rPr lang="en-US" sz="2400" dirty="0"/>
              <a:t>	S </a:t>
            </a:r>
            <a:r>
              <a:rPr lang="en-US" sz="2400" dirty="0">
                <a:sym typeface="Wingdings" panose="05000000000000000000" pitchFamily="2" charset="2"/>
              </a:rPr>
              <a:t> D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olidFill>
                  <a:srgbClr val="FF0000"/>
                </a:solidFill>
                <a:sym typeface="Wingdings" panose="05000000000000000000" pitchFamily="2" charset="2"/>
              </a:rPr>
              <a:t>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TOH(2,S,D,H)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TOH(1,S,H,D)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(1)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S  H	  	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(2)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TOH(1,D,S,H)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D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(3)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 </a:t>
            </a:r>
            <a:r>
              <a:rPr lang="en-US" sz="2400" strike="sngStrike" dirty="0">
                <a:sym typeface="Wingdings" panose="05000000000000000000" pitchFamily="2" charset="2"/>
              </a:rPr>
              <a:t>TOH(1,H,D,S)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H  S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(5)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 </a:t>
            </a:r>
            <a:r>
              <a:rPr lang="en-US" sz="2400" strike="sngStrike" dirty="0">
                <a:sym typeface="Wingdings" panose="05000000000000000000" pitchFamily="2" charset="2"/>
              </a:rPr>
              <a:t>H  D  	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H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(6)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strike="sngStrike" dirty="0">
                <a:sym typeface="Wingdings" panose="05000000000000000000" pitchFamily="2" charset="2"/>
              </a:rPr>
              <a:t>TOH(1,S,H,D)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(7)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																													</a:t>
            </a:r>
          </a:p>
          <a:p>
            <a:pPr marL="0" indent="0">
              <a:buNone/>
            </a:pPr>
            <a:endParaRPr lang="en-US" sz="2400" strike="sngStrik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CFAC42-3591-EA2E-EB46-5D406F5732CE}"/>
              </a:ext>
            </a:extLst>
          </p:cNvPr>
          <p:cNvCxnSpPr>
            <a:cxnSpLocks/>
          </p:cNvCxnSpPr>
          <p:nvPr/>
        </p:nvCxnSpPr>
        <p:spPr>
          <a:xfrm>
            <a:off x="1012723" y="2369574"/>
            <a:ext cx="1828800" cy="0"/>
          </a:xfrm>
          <a:prstGeom prst="line">
            <a:avLst/>
          </a:prstGeom>
          <a:ln w="190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4572453F-427F-481F-5857-E908DEE65089}"/>
              </a:ext>
            </a:extLst>
          </p:cNvPr>
          <p:cNvCxnSpPr>
            <a:cxnSpLocks/>
          </p:cNvCxnSpPr>
          <p:nvPr/>
        </p:nvCxnSpPr>
        <p:spPr>
          <a:xfrm>
            <a:off x="3293806" y="2369574"/>
            <a:ext cx="2684207" cy="2487561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69107C8-71C0-CC2D-66DD-3FF70C2962A3}"/>
              </a:ext>
            </a:extLst>
          </p:cNvPr>
          <p:cNvSpPr txBox="1"/>
          <p:nvPr/>
        </p:nvSpPr>
        <p:spPr>
          <a:xfrm>
            <a:off x="6213989" y="4578251"/>
            <a:ext cx="1661652" cy="55776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(4)</a:t>
            </a:r>
            <a:endParaRPr lang="en-US" sz="2400" b="1" dirty="0">
              <a:sym typeface="Wingdings" panose="05000000000000000000" pitchFamily="2" charset="2"/>
            </a:endParaRPr>
          </a:p>
          <a:p>
            <a:endParaRPr lang="en-US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DFEC50-E751-5591-BDCF-622C10594341}"/>
              </a:ext>
            </a:extLst>
          </p:cNvPr>
          <p:cNvSpPr txBox="1"/>
          <p:nvPr/>
        </p:nvSpPr>
        <p:spPr>
          <a:xfrm>
            <a:off x="5335230" y="1166510"/>
            <a:ext cx="3419169" cy="3379517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pt-BR" sz="2400" dirty="0">
                <a:solidFill>
                  <a:srgbClr val="FF6600"/>
                </a:solidFill>
              </a:rPr>
              <a:t>TOH(n, S, H, D):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if n == 1: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else: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S, D, H)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H, S , D)</a:t>
            </a:r>
          </a:p>
        </p:txBody>
      </p:sp>
    </p:spTree>
    <p:extLst>
      <p:ext uri="{BB962C8B-B14F-4D97-AF65-F5344CB8AC3E}">
        <p14:creationId xmlns:p14="http://schemas.microsoft.com/office/powerpoint/2010/main" val="317969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wipe dir="r"/>
      </p:transition>
    </mc:Choice>
    <mc:Fallback xmlns="">
      <p:transition>
        <p:wipe dir="r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3ADCA-9A25-9484-8608-06C801688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B1F1670-5970-E14E-8EA3-506C33AF04C0}"/>
              </a:ext>
            </a:extLst>
          </p:cNvPr>
          <p:cNvGraphicFramePr/>
          <p:nvPr/>
        </p:nvGraphicFramePr>
        <p:xfrm>
          <a:off x="838200" y="1"/>
          <a:ext cx="10515600" cy="796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055EA-63D9-BF57-05CE-4B0AF4366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C64AB-22F4-4490-B5DA-8E9F617F0E41}" type="slidenum">
              <a:rPr lang="en-US" smtClean="0"/>
              <a:t>28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AAB79E5-DA78-9E6C-A104-738FD482E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796414"/>
            <a:ext cx="12054348" cy="60615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N=3</a:t>
            </a:r>
          </a:p>
          <a:p>
            <a:pPr marL="0" indent="0">
              <a:buNone/>
            </a:pPr>
            <a:r>
              <a:rPr lang="en-US" sz="2400" dirty="0"/>
              <a:t>TOH(3,S,H,D)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strike="sngStrike" dirty="0">
                <a:solidFill>
                  <a:srgbClr val="FF0000"/>
                </a:solidFill>
              </a:rPr>
              <a:t>TOH(2,S,D,H)      </a:t>
            </a:r>
            <a:r>
              <a:rPr lang="en-US" sz="2400" dirty="0">
                <a:solidFill>
                  <a:srgbClr val="FF0000"/>
                </a:solidFill>
              </a:rPr>
              <a:t>               </a:t>
            </a:r>
          </a:p>
          <a:p>
            <a:pPr marL="0" indent="0">
              <a:buNone/>
            </a:pPr>
            <a:r>
              <a:rPr lang="en-US" sz="2400" dirty="0"/>
              <a:t>	S </a:t>
            </a:r>
            <a:r>
              <a:rPr lang="en-US" sz="2400" dirty="0">
                <a:sym typeface="Wingdings" panose="05000000000000000000" pitchFamily="2" charset="2"/>
              </a:rPr>
              <a:t> D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olidFill>
                  <a:srgbClr val="FF0000"/>
                </a:solidFill>
                <a:sym typeface="Wingdings" panose="05000000000000000000" pitchFamily="2" charset="2"/>
              </a:rPr>
              <a:t>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TOH(2,S,D,H)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TOH(1,S,H,D)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(1)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S  H	  	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(2)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</a:t>
            </a:r>
            <a:r>
              <a:rPr lang="en-US" sz="2400" strike="sngStrike" dirty="0">
                <a:sym typeface="Wingdings" panose="05000000000000000000" pitchFamily="2" charset="2"/>
              </a:rPr>
              <a:t>TOH(1,D,S,H)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D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(3)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TOH(2,H,S,D)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 </a:t>
            </a:r>
            <a:r>
              <a:rPr lang="en-US" sz="2400" strike="sngStrike" dirty="0">
                <a:sym typeface="Wingdings" panose="05000000000000000000" pitchFamily="2" charset="2"/>
              </a:rPr>
              <a:t>TOH(1,H,D,S)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H  S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(5)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 </a:t>
            </a:r>
            <a:r>
              <a:rPr lang="en-US" sz="2400" strike="sngStrike" dirty="0">
                <a:sym typeface="Wingdings" panose="05000000000000000000" pitchFamily="2" charset="2"/>
              </a:rPr>
              <a:t>H  D  	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H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(6)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strike="sngStrike" dirty="0">
                <a:sym typeface="Wingdings" panose="05000000000000000000" pitchFamily="2" charset="2"/>
              </a:rPr>
              <a:t>TOH(1,S,H,D)    &gt;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(7) 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																														</a:t>
            </a:r>
          </a:p>
          <a:p>
            <a:pPr marL="0" indent="0">
              <a:buNone/>
            </a:pPr>
            <a:endParaRPr lang="en-US" sz="2400" strike="sngStrik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18D5C3-9210-9067-A5F4-89382583416E}"/>
              </a:ext>
            </a:extLst>
          </p:cNvPr>
          <p:cNvCxnSpPr>
            <a:cxnSpLocks/>
          </p:cNvCxnSpPr>
          <p:nvPr/>
        </p:nvCxnSpPr>
        <p:spPr>
          <a:xfrm>
            <a:off x="1012723" y="2369574"/>
            <a:ext cx="1828800" cy="0"/>
          </a:xfrm>
          <a:prstGeom prst="line">
            <a:avLst/>
          </a:prstGeom>
          <a:ln w="190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B5391989-0D76-7824-C30F-3D1CCAAE314A}"/>
              </a:ext>
            </a:extLst>
          </p:cNvPr>
          <p:cNvCxnSpPr>
            <a:cxnSpLocks/>
          </p:cNvCxnSpPr>
          <p:nvPr/>
        </p:nvCxnSpPr>
        <p:spPr>
          <a:xfrm>
            <a:off x="3293806" y="2369574"/>
            <a:ext cx="2684207" cy="2487561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7DAAAD7-CE26-064D-3CEE-4A508E4FEC8D}"/>
              </a:ext>
            </a:extLst>
          </p:cNvPr>
          <p:cNvSpPr txBox="1"/>
          <p:nvPr/>
        </p:nvSpPr>
        <p:spPr>
          <a:xfrm>
            <a:off x="6213989" y="4578251"/>
            <a:ext cx="1661652" cy="55776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(4)</a:t>
            </a:r>
            <a:endParaRPr lang="en-US" sz="2400" b="1" dirty="0">
              <a:sym typeface="Wingdings" panose="05000000000000000000" pitchFamily="2" charset="2"/>
            </a:endParaRPr>
          </a:p>
          <a:p>
            <a:endParaRPr lang="en-US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1D5386-EC2A-C8E6-FB9C-8B1DE541C83E}"/>
              </a:ext>
            </a:extLst>
          </p:cNvPr>
          <p:cNvSpPr txBox="1"/>
          <p:nvPr/>
        </p:nvSpPr>
        <p:spPr>
          <a:xfrm>
            <a:off x="8935278" y="1858617"/>
            <a:ext cx="2418522" cy="299851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S  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(1)</a:t>
            </a:r>
          </a:p>
          <a:p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(2)</a:t>
            </a:r>
          </a:p>
          <a:p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D  H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(3)</a:t>
            </a:r>
            <a:endParaRPr lang="en-US" sz="2400" dirty="0">
              <a:sym typeface="Wingdings" panose="05000000000000000000" pitchFamily="2" charset="2"/>
            </a:endParaRPr>
          </a:p>
          <a:p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(4)</a:t>
            </a:r>
            <a:endParaRPr lang="en-US" sz="2400" b="1" dirty="0">
              <a:sym typeface="Wingdings" panose="05000000000000000000" pitchFamily="2" charset="2"/>
            </a:endParaRPr>
          </a:p>
          <a:p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H  S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(5)</a:t>
            </a:r>
            <a:endParaRPr lang="en-US" sz="2400" dirty="0">
              <a:sym typeface="Wingdings" panose="05000000000000000000" pitchFamily="2" charset="2"/>
            </a:endParaRPr>
          </a:p>
          <a:p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H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(6)</a:t>
            </a:r>
          </a:p>
          <a:p>
            <a:r>
              <a:rPr lang="en-US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S  D 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(7)</a:t>
            </a:r>
            <a:endParaRPr lang="en-US" sz="2400" dirty="0">
              <a:sym typeface="Wingdings" panose="05000000000000000000" pitchFamily="2" charset="2"/>
            </a:endParaRPr>
          </a:p>
          <a:p>
            <a:endParaRPr lang="en-US" sz="2400" b="1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Wingdings" panose="05000000000000000000" pitchFamily="2" charset="2"/>
            </a:endParaRPr>
          </a:p>
        </p:txBody>
      </p:sp>
      <p:pic>
        <p:nvPicPr>
          <p:cNvPr id="10" name="Picture 9">
            <a:hlinkClick r:id="rId8" action="ppaction://program">
              <a:snd r:embed="rId7" name="click.wav"/>
            </a:hlinkClick>
            <a:extLst>
              <a:ext uri="{FF2B5EF4-FFF2-40B4-BE49-F238E27FC236}">
                <a16:creationId xmlns:a16="http://schemas.microsoft.com/office/drawing/2014/main" id="{6E11C79C-3AE4-32CE-F62A-76C237C1CB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8866" y="5855769"/>
            <a:ext cx="969348" cy="530398"/>
          </a:xfrm>
          <a:prstGeom prst="rect">
            <a:avLst/>
          </a:prstGeom>
        </p:spPr>
      </p:pic>
      <p:pic>
        <p:nvPicPr>
          <p:cNvPr id="11" name="Picture 10">
            <a:hlinkClick r:id="rId10">
              <a:snd r:embed="rId7" name="click.wav"/>
            </a:hlinkClick>
            <a:extLst>
              <a:ext uri="{FF2B5EF4-FFF2-40B4-BE49-F238E27FC236}">
                <a16:creationId xmlns:a16="http://schemas.microsoft.com/office/drawing/2014/main" id="{FA2D7052-3AA4-65F4-BFFB-56E9A09746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44513" y="5855770"/>
            <a:ext cx="834407" cy="5303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CD687E-AB02-1F0C-3E80-6D26AC23EDF6}"/>
              </a:ext>
            </a:extLst>
          </p:cNvPr>
          <p:cNvSpPr txBox="1"/>
          <p:nvPr/>
        </p:nvSpPr>
        <p:spPr>
          <a:xfrm>
            <a:off x="5335230" y="1166510"/>
            <a:ext cx="3419169" cy="3379517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pt-BR" sz="2400" dirty="0">
                <a:solidFill>
                  <a:srgbClr val="FF6600"/>
                </a:solidFill>
              </a:rPr>
              <a:t>TOH(n, S, H, D):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if n == 1: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endParaRPr lang="pt-BR" sz="2400" dirty="0">
              <a:solidFill>
                <a:srgbClr val="FF6600"/>
              </a:solidFill>
            </a:endParaRPr>
          </a:p>
          <a:p>
            <a:r>
              <a:rPr lang="pt-BR" sz="2400" dirty="0">
                <a:solidFill>
                  <a:srgbClr val="FF6600"/>
                </a:solidFill>
              </a:rPr>
              <a:t>    else: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S, D, H)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print S → D</a:t>
            </a:r>
          </a:p>
          <a:p>
            <a:r>
              <a:rPr lang="pt-BR" sz="2400" dirty="0">
                <a:solidFill>
                  <a:srgbClr val="FF6600"/>
                </a:solidFill>
              </a:rPr>
              <a:t>        TOH(n-1, H, S , D)</a:t>
            </a:r>
          </a:p>
        </p:txBody>
      </p:sp>
    </p:spTree>
    <p:extLst>
      <p:ext uri="{BB962C8B-B14F-4D97-AF65-F5344CB8AC3E}">
        <p14:creationId xmlns:p14="http://schemas.microsoft.com/office/powerpoint/2010/main" val="659464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wipe dir="r"/>
      </p:transition>
    </mc:Choice>
    <mc:Fallback xmlns="">
      <p:transition>
        <p:wipe dir="r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509EF-AF8A-292D-4B16-2734020FA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6817" y="2726727"/>
            <a:ext cx="9003323" cy="243086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sz="4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4800" dirty="0">
                <a:solidFill>
                  <a:schemeClr val="tx2"/>
                </a:solidFill>
              </a:rPr>
              <a:t>	Thank You For Being Patient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3F57F-08E0-E640-450E-D501208F9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5CC64AB-22F4-4490-B5DA-8E9F617F0E41}" type="slidenum">
              <a:rPr lang="en-US" smtClean="0"/>
              <a:pPr>
                <a:spcAft>
                  <a:spcPts val="600"/>
                </a:spcAft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356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769</TotalTime>
  <Words>3882</Words>
  <Application>Microsoft Office PowerPoint</Application>
  <PresentationFormat>Widescreen</PresentationFormat>
  <Paragraphs>511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ADLaM Display</vt:lpstr>
      <vt:lpstr>Aptos</vt:lpstr>
      <vt:lpstr>Aptos Display</vt:lpstr>
      <vt:lpstr>Arial</vt:lpstr>
      <vt:lpstr>Wingdings</vt:lpstr>
      <vt:lpstr>Office Theme</vt:lpstr>
      <vt:lpstr>Tower of Hanoi</vt:lpstr>
      <vt:lpstr>Introduction</vt:lpstr>
      <vt:lpstr>Analyzing the problem:</vt:lpstr>
      <vt:lpstr>Case:1</vt:lpstr>
      <vt:lpstr>Case:2</vt:lpstr>
      <vt:lpstr>Case:3</vt:lpstr>
      <vt:lpstr>Case:3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Nill Nill</dc:creator>
  <cp:lastModifiedBy>Nill Nill</cp:lastModifiedBy>
  <cp:revision>16</cp:revision>
  <dcterms:created xsi:type="dcterms:W3CDTF">2025-11-22T11:43:19Z</dcterms:created>
  <dcterms:modified xsi:type="dcterms:W3CDTF">2025-11-26T12:12:56Z</dcterms:modified>
</cp:coreProperties>
</file>